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8" r:id="rId1"/>
  </p:sldMasterIdLst>
  <p:notesMasterIdLst>
    <p:notesMasterId r:id="rId26"/>
  </p:notesMasterIdLst>
  <p:handoutMasterIdLst>
    <p:handoutMasterId r:id="rId27"/>
  </p:handoutMasterIdLst>
  <p:sldIdLst>
    <p:sldId id="257" r:id="rId2"/>
    <p:sldId id="265" r:id="rId3"/>
    <p:sldId id="268" r:id="rId4"/>
    <p:sldId id="269" r:id="rId5"/>
    <p:sldId id="266" r:id="rId6"/>
    <p:sldId id="267" r:id="rId7"/>
    <p:sldId id="270"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Lst>
  <p:sldSz cx="12192000" cy="6858000"/>
  <p:notesSz cx="6858000" cy="9144000"/>
  <p:embeddedFontLst>
    <p:embeddedFont>
      <p:font typeface="Acumin Pro" panose="020B0604020202020204" charset="0"/>
      <p:regular r:id="rId28"/>
      <p:bold r:id="rId29"/>
      <p:italic r:id="rId30"/>
      <p:boldItalic r:id="rId31"/>
    </p:embeddedFont>
    <p:embeddedFont>
      <p:font typeface="Acumin Pro ExtraCondensed" panose="020B0604020202020204" charset="0"/>
      <p:regular r:id="rId32"/>
      <p:bold r:id="rId33"/>
      <p:italic r:id="rId34"/>
      <p:boldItalic r:id="rId35"/>
    </p:embeddedFont>
    <p:embeddedFont>
      <p:font typeface="Acumin Pro ExtraCondensed Smbd" panose="020B0604020202020204" charset="0"/>
      <p:regular r:id="rId36"/>
      <p:bold r:id="rId37"/>
      <p:italic r:id="rId38"/>
      <p:boldItalic r:id="rId39"/>
    </p:embeddedFont>
    <p:embeddedFont>
      <p:font typeface="Acumin Pro Medium" panose="020B0604020202020204" charset="0"/>
      <p:regular r:id="rId40"/>
      <p:italic r:id="rId41"/>
    </p:embeddedFont>
    <p:embeddedFont>
      <p:font typeface="Acumin Pro Semibold" panose="020B0604020202020204" charset="0"/>
      <p:regular r:id="rId42"/>
      <p:bold r:id="rId43"/>
      <p:italic r:id="rId44"/>
      <p:boldItalic r:id="rId45"/>
    </p:embeddedFont>
    <p:embeddedFont>
      <p:font typeface="Acumin Pro SemiCondensed" panose="020B0604020202020204" charset="0"/>
      <p:regular r:id="rId46"/>
      <p:bold r:id="rId47"/>
      <p:italic r:id="rId48"/>
      <p:boldItalic r:id="rId49"/>
    </p:embeddedFont>
    <p:embeddedFont>
      <p:font typeface="United Sans Cd Md" charset="0"/>
      <p:regular r:id="rId50"/>
    </p:embeddedFont>
    <p:embeddedFont>
      <p:font typeface="United Sans Reg Medium" panose="020B0604020202020204" charset="0"/>
      <p:regular r:id="rId51"/>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430"/>
    <p:restoredTop sz="86482"/>
  </p:normalViewPr>
  <p:slideViewPr>
    <p:cSldViewPr snapToGrid="0" snapToObjects="1">
      <p:cViewPr varScale="1">
        <p:scale>
          <a:sx n="85" d="100"/>
          <a:sy n="85" d="100"/>
        </p:scale>
        <p:origin x="662"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169" d="100"/>
          <a:sy n="169" d="100"/>
        </p:scale>
        <p:origin x="4032"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50" Type="http://schemas.openxmlformats.org/officeDocument/2006/relationships/font" Target="fonts/font23.fntdata"/><Relationship Id="rId55"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41" Type="http://schemas.openxmlformats.org/officeDocument/2006/relationships/font" Target="fonts/font14.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font" Target="fonts/font2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font" Target="fonts/font17.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font" Target="fonts/font21.fntdata"/><Relationship Id="rId8" Type="http://schemas.openxmlformats.org/officeDocument/2006/relationships/slide" Target="slides/slide7.xml"/><Relationship Id="rId51" Type="http://schemas.openxmlformats.org/officeDocument/2006/relationships/font" Target="fonts/font24.fntdata"/><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F414E82-ADCD-FD47-BF65-1CB77688E54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BD77275F-47EE-5D41-9AD1-87DB20B6D6A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CA56EDA-A6C4-4448-81DB-D569FC06E21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49A5776-8919-4545-841A-B3D7B8C234F7}" type="slidenum">
              <a:rPr lang="en-US" smtClean="0"/>
              <a:t>‹#›</a:t>
            </a:fld>
            <a:endParaRPr lang="en-US"/>
          </a:p>
        </p:txBody>
      </p:sp>
      <p:sp>
        <p:nvSpPr>
          <p:cNvPr id="6" name="Date Placeholder 5">
            <a:extLst>
              <a:ext uri="{FF2B5EF4-FFF2-40B4-BE49-F238E27FC236}">
                <a16:creationId xmlns:a16="http://schemas.microsoft.com/office/drawing/2014/main" id="{0C9F3C12-DCB7-CE45-91CF-EA40F829F75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7D61072-73DA-A04B-8A41-67DE4C728D5B}" type="datetimeFigureOut">
              <a:rPr lang="en-US" smtClean="0"/>
              <a:t>1/14/2026</a:t>
            </a:fld>
            <a:endParaRPr lang="en-US"/>
          </a:p>
        </p:txBody>
      </p:sp>
    </p:spTree>
    <p:extLst>
      <p:ext uri="{BB962C8B-B14F-4D97-AF65-F5344CB8AC3E}">
        <p14:creationId xmlns:p14="http://schemas.microsoft.com/office/powerpoint/2010/main" val="38233834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C265683-8446-064B-AD30-47BA72480F7C}" type="datetimeFigureOut">
              <a:rPr lang="en-US" smtClean="0"/>
              <a:t>1/14/2026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C63BD6-9A76-3E42-9DF3-1D28BC75B5C8}" type="slidenum">
              <a:rPr lang="en-US" smtClean="0"/>
              <a:t>‹#›</a:t>
            </a:fld>
            <a:endParaRPr lang="en-US"/>
          </a:p>
        </p:txBody>
      </p:sp>
    </p:spTree>
    <p:extLst>
      <p:ext uri="{BB962C8B-B14F-4D97-AF65-F5344CB8AC3E}">
        <p14:creationId xmlns:p14="http://schemas.microsoft.com/office/powerpoint/2010/main" val="25706715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7C63BD6-9A76-3E42-9DF3-1D28BC75B5C8}" type="slidenum">
              <a:rPr lang="en-US" smtClean="0"/>
              <a:t>1</a:t>
            </a:fld>
            <a:endParaRPr lang="en-US"/>
          </a:p>
        </p:txBody>
      </p:sp>
    </p:spTree>
    <p:extLst>
      <p:ext uri="{BB962C8B-B14F-4D97-AF65-F5344CB8AC3E}">
        <p14:creationId xmlns:p14="http://schemas.microsoft.com/office/powerpoint/2010/main" val="37850890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ccessibility Statement">
    <p:bg>
      <p:bgPr>
        <a:solidFill>
          <a:schemeClr val="accent4"/>
        </a:solidFill>
        <a:effectLst/>
      </p:bgPr>
    </p:bg>
    <p:spTree>
      <p:nvGrpSpPr>
        <p:cNvPr id="1" name=""/>
        <p:cNvGrpSpPr/>
        <p:nvPr/>
      </p:nvGrpSpPr>
      <p:grpSpPr>
        <a:xfrm>
          <a:off x="0" y="0"/>
          <a:ext cx="0" cy="0"/>
          <a:chOff x="0" y="0"/>
          <a:chExt cx="0" cy="0"/>
        </a:xfrm>
      </p:grpSpPr>
      <p:sp>
        <p:nvSpPr>
          <p:cNvPr id="11" name="PPT Accessibility">
            <a:extLst>
              <a:ext uri="{FF2B5EF4-FFF2-40B4-BE49-F238E27FC236}">
                <a16:creationId xmlns:a16="http://schemas.microsoft.com/office/drawing/2014/main" id="{7218C6A0-FE47-3C49-9974-F3CABE12FB6E}"/>
              </a:ext>
            </a:extLst>
          </p:cNvPr>
          <p:cNvSpPr txBox="1"/>
          <p:nvPr userDrawn="1"/>
        </p:nvSpPr>
        <p:spPr>
          <a:xfrm>
            <a:off x="1943100" y="1877220"/>
            <a:ext cx="6844439" cy="1661993"/>
          </a:xfrm>
          <a:prstGeom prst="rect">
            <a:avLst/>
          </a:prstGeom>
          <a:noFill/>
        </p:spPr>
        <p:txBody>
          <a:bodyPr wrap="square" lIns="0" tIns="0" rIns="0" bIns="0" rtlCol="0">
            <a:spAutoFit/>
          </a:bodyPr>
          <a:lstStyle/>
          <a:p>
            <a:r>
              <a:rPr lang="en-US" sz="1800" dirty="0">
                <a:solidFill>
                  <a:schemeClr val="bg1"/>
                </a:solidFill>
                <a:effectLst/>
                <a:latin typeface="Acumin Pro" panose="020B0504020202020204" pitchFamily="34" charset="77"/>
              </a:rPr>
              <a:t>Support the Purdue University brand in your presentations by using a brand-friendly template. This template uses an accessible master layout. Please note that some changes to the PowerPoint template could impact accessibility by those with disabilities. Follow the instructions provided by Microsoft Office to ensure that your PowerPoint presentations are accessible to all users:</a:t>
            </a:r>
            <a:endParaRPr lang="en-US" sz="1800" dirty="0">
              <a:solidFill>
                <a:schemeClr val="bg1"/>
              </a:solidFill>
            </a:endParaRPr>
          </a:p>
        </p:txBody>
      </p:sp>
      <p:sp>
        <p:nvSpPr>
          <p:cNvPr id="15" name="PPT Accessibility URL" descr="PPT Accessibility URL">
            <a:extLst>
              <a:ext uri="{FF2B5EF4-FFF2-40B4-BE49-F238E27FC236}">
                <a16:creationId xmlns:a16="http://schemas.microsoft.com/office/drawing/2014/main" id="{BA1A708E-CC6F-5046-B62E-67EF72C8345F}"/>
              </a:ext>
            </a:extLst>
          </p:cNvPr>
          <p:cNvSpPr>
            <a:spLocks noGrp="1"/>
          </p:cNvSpPr>
          <p:nvPr>
            <p:ph type="ctrTitle" hasCustomPrompt="1"/>
          </p:nvPr>
        </p:nvSpPr>
        <p:spPr bwMode="blackWhite">
          <a:xfrm>
            <a:off x="1943100" y="3846218"/>
            <a:ext cx="7225680" cy="505523"/>
          </a:xfrm>
          <a:prstGeom prst="rect">
            <a:avLst/>
          </a:prstGeom>
          <a:noFill/>
          <a:ln w="38100">
            <a:noFill/>
          </a:ln>
        </p:spPr>
        <p:txBody>
          <a:bodyPr wrap="square" lIns="0" tIns="0" rIns="0" bIns="0" anchor="t" anchorCtr="0">
            <a:spAutoFit/>
          </a:bodyPr>
          <a:lstStyle>
            <a:lvl1pPr algn="l">
              <a:defRPr sz="1800" b="0" i="0" cap="none" spc="0">
                <a:solidFill>
                  <a:schemeClr val="bg1"/>
                </a:solidFill>
                <a:latin typeface="Acumin Pro" panose="020B0504020202020204" pitchFamily="34" charset="77"/>
              </a:defRPr>
            </a:lvl1pPr>
          </a:lstStyle>
          <a:p>
            <a:r>
              <a:rPr lang="en-US" dirty="0">
                <a:solidFill>
                  <a:schemeClr val="accent1"/>
                </a:solidFill>
              </a:rPr>
              <a:t>https://</a:t>
            </a:r>
            <a:r>
              <a:rPr lang="en-US" dirty="0" err="1">
                <a:solidFill>
                  <a:schemeClr val="accent1"/>
                </a:solidFill>
              </a:rPr>
              <a:t>support.office.com</a:t>
            </a:r>
            <a:r>
              <a:rPr lang="en-US" dirty="0">
                <a:solidFill>
                  <a:schemeClr val="accent1"/>
                </a:solidFill>
              </a:rPr>
              <a:t>/</a:t>
            </a:r>
            <a:r>
              <a:rPr lang="en-US" dirty="0" err="1">
                <a:solidFill>
                  <a:schemeClr val="accent1"/>
                </a:solidFill>
              </a:rPr>
              <a:t>en</a:t>
            </a:r>
            <a:r>
              <a:rPr lang="en-US" dirty="0">
                <a:solidFill>
                  <a:schemeClr val="accent1"/>
                </a:solidFill>
              </a:rPr>
              <a:t>-us/article/Make-your-PowerPoint-presentations-accessible-6f7772b2-2f33-4bd2-8ca7-dae3b2b3ef25</a:t>
            </a:r>
          </a:p>
        </p:txBody>
      </p:sp>
      <p:pic>
        <p:nvPicPr>
          <p:cNvPr id="20" name="Gold Triangle">
            <a:extLst>
              <a:ext uri="{FF2B5EF4-FFF2-40B4-BE49-F238E27FC236}">
                <a16:creationId xmlns:a16="http://schemas.microsoft.com/office/drawing/2014/main" id="{8FB3CDDA-E495-3748-8358-7ED0109F464A}"/>
              </a:ext>
            </a:extLst>
          </p:cNvPr>
          <p:cNvPicPr>
            <a:picLocks noChangeAspect="1"/>
          </p:cNvPicPr>
          <p:nvPr userDrawn="1"/>
        </p:nvPicPr>
        <p:blipFill>
          <a:blip r:embed="rId2"/>
          <a:stretch>
            <a:fillRect/>
          </a:stretch>
        </p:blipFill>
        <p:spPr>
          <a:xfrm>
            <a:off x="9956800" y="0"/>
            <a:ext cx="2235200" cy="6858000"/>
          </a:xfrm>
          <a:prstGeom prst="rect">
            <a:avLst/>
          </a:prstGeom>
        </p:spPr>
      </p:pic>
      <p:sp>
        <p:nvSpPr>
          <p:cNvPr id="19" name="Date">
            <a:extLst>
              <a:ext uri="{FF2B5EF4-FFF2-40B4-BE49-F238E27FC236}">
                <a16:creationId xmlns:a16="http://schemas.microsoft.com/office/drawing/2014/main" id="{AAF94E19-ED71-7845-B4E1-5D3EA4F2593F}"/>
              </a:ext>
            </a:extLst>
          </p:cNvPr>
          <p:cNvSpPr>
            <a:spLocks noGrp="1"/>
          </p:cNvSpPr>
          <p:nvPr>
            <p:ph type="dt" sz="half" idx="10"/>
          </p:nvPr>
        </p:nvSpPr>
        <p:spPr>
          <a:xfrm>
            <a:off x="10032275" y="6202177"/>
            <a:ext cx="1142268" cy="323968"/>
          </a:xfrm>
        </p:spPr>
        <p:txBody>
          <a:bodyPr/>
          <a:lstStyle>
            <a:lvl1pPr>
              <a:defRPr>
                <a:solidFill>
                  <a:schemeClr val="accent4">
                    <a:alpha val="70000"/>
                  </a:schemeClr>
                </a:solidFill>
              </a:defRPr>
            </a:lvl1pPr>
          </a:lstStyle>
          <a:p>
            <a:fld id="{44E3609C-2B21-4BD8-BCE9-418AC8B31871}" type="datetime1">
              <a:rPr lang="en-US" smtClean="0"/>
              <a:t>1/14/2026</a:t>
            </a:fld>
            <a:endParaRPr lang="en-US" dirty="0"/>
          </a:p>
        </p:txBody>
      </p:sp>
      <p:cxnSp>
        <p:nvCxnSpPr>
          <p:cNvPr id="22" name="Line">
            <a:extLst>
              <a:ext uri="{FF2B5EF4-FFF2-40B4-BE49-F238E27FC236}">
                <a16:creationId xmlns:a16="http://schemas.microsoft.com/office/drawing/2014/main" id="{6E05FCF8-5823-9D4D-B7F3-412E5BDD4E01}"/>
              </a:ext>
            </a:extLst>
          </p:cNvPr>
          <p:cNvCxnSpPr>
            <a:cxnSpLocks/>
          </p:cNvCxnSpPr>
          <p:nvPr userDrawn="1"/>
        </p:nvCxnSpPr>
        <p:spPr>
          <a:xfrm>
            <a:off x="11200667"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1" name="Slide Number">
            <a:extLst>
              <a:ext uri="{FF2B5EF4-FFF2-40B4-BE49-F238E27FC236}">
                <a16:creationId xmlns:a16="http://schemas.microsoft.com/office/drawing/2014/main" id="{14A543BD-A296-7346-B649-5BA64898AF2C}"/>
              </a:ext>
            </a:extLst>
          </p:cNvPr>
          <p:cNvSpPr>
            <a:spLocks noGrp="1"/>
          </p:cNvSpPr>
          <p:nvPr>
            <p:ph type="sldNum" sz="quarter" idx="12"/>
          </p:nvPr>
        </p:nvSpPr>
        <p:spPr>
          <a:xfrm>
            <a:off x="11206124" y="6181281"/>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57418840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60" userDrawn="1">
          <p15:clr>
            <a:srgbClr val="FBAE40"/>
          </p15:clr>
        </p15:guide>
        <p15:guide id="4" pos="5952" userDrawn="1">
          <p15:clr>
            <a:srgbClr val="FBAE40"/>
          </p15:clr>
        </p15:guide>
        <p15:guide id="5" pos="6848" userDrawn="1">
          <p15:clr>
            <a:srgbClr val="FBAE40"/>
          </p15:clr>
        </p15:guide>
        <p15:guide id="6" orient="horz" pos="4080" userDrawn="1">
          <p15:clr>
            <a:srgbClr val="FBAE40"/>
          </p15:clr>
        </p15:guide>
        <p15:guide id="7" pos="352" userDrawn="1">
          <p15:clr>
            <a:srgbClr val="FBAE40"/>
          </p15:clr>
        </p15:guide>
        <p15:guide id="8" orient="horz" pos="192" userDrawn="1">
          <p15:clr>
            <a:srgbClr val="FBAE40"/>
          </p15:clr>
        </p15:guide>
        <p15:guide id="9" pos="122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2"/>
        </a:solidFill>
        <a:effectLst/>
      </p:bgPr>
    </p:bg>
    <p:spTree>
      <p:nvGrpSpPr>
        <p:cNvPr id="1" name=""/>
        <p:cNvGrpSpPr/>
        <p:nvPr/>
      </p:nvGrpSpPr>
      <p:grpSpPr>
        <a:xfrm>
          <a:off x="0" y="0"/>
          <a:ext cx="0" cy="0"/>
          <a:chOff x="0" y="0"/>
          <a:chExt cx="0" cy="0"/>
        </a:xfrm>
      </p:grpSpPr>
      <p:sp>
        <p:nvSpPr>
          <p:cNvPr id="20" name="Gold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1943100" y="1626244"/>
            <a:ext cx="7911945" cy="1523494"/>
          </a:xfrm>
          <a:prstGeom prst="rect">
            <a:avLst/>
          </a:prstGeom>
          <a:noFill/>
          <a:ln w="38100">
            <a:noFill/>
          </a:ln>
        </p:spPr>
        <p:txBody>
          <a:bodyPr wrap="square" lIns="0" tIns="0" rIns="0" bIns="0" anchor="t" anchorCtr="0">
            <a:spAutoFit/>
          </a:bodyPr>
          <a:lstStyle>
            <a:lvl1pPr algn="l">
              <a:lnSpc>
                <a:spcPct val="80000"/>
              </a:lnSpc>
              <a:defRPr sz="6000" b="1" i="1" spc="0">
                <a:solidFill>
                  <a:schemeClr val="bg1"/>
                </a:solidFill>
                <a:latin typeface="Acumin Pro ExtraCondensed" panose="020B0508020202020204" pitchFamily="34" charset="77"/>
              </a:defRPr>
            </a:lvl1pPr>
          </a:lstStyle>
          <a:p>
            <a:r>
              <a:rPr lang="en-US" dirty="0"/>
              <a:t>Title Slide </a:t>
            </a:r>
            <a:r>
              <a:rPr lang="en-US" dirty="0" err="1"/>
              <a:t>Acumin</a:t>
            </a:r>
            <a:r>
              <a:rPr lang="en-US" dirty="0"/>
              <a:t> Pro Extra Cond Bold Italic 60</a:t>
            </a:r>
          </a:p>
        </p:txBody>
      </p:sp>
      <p:sp>
        <p:nvSpPr>
          <p:cNvPr id="3" name="Subtitle"/>
          <p:cNvSpPr>
            <a:spLocks noGrp="1"/>
          </p:cNvSpPr>
          <p:nvPr>
            <p:ph type="subTitle" idx="1" hasCustomPrompt="1"/>
          </p:nvPr>
        </p:nvSpPr>
        <p:spPr>
          <a:xfrm>
            <a:off x="1950624" y="3990085"/>
            <a:ext cx="7096269" cy="336015"/>
          </a:xfrm>
          <a:noFill/>
        </p:spPr>
        <p:txBody>
          <a:bodyPr wrap="square" lIns="0" tIns="0" rIns="0" bIns="0" anchor="t" anchorCtr="0">
            <a:spAutoFit/>
          </a:bodyPr>
          <a:lstStyle>
            <a:lvl1pPr marL="0" indent="0" algn="l">
              <a:buNone/>
              <a:defRPr sz="2200" b="1" i="0">
                <a:solidFill>
                  <a:schemeClr val="accent2"/>
                </a:solidFill>
                <a:latin typeface="Acumin Pro SemiCondensed" panose="020B0506020202020204" pitchFamily="34" charset="77"/>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a:t>
            </a:r>
            <a:r>
              <a:rPr lang="en-US" dirty="0" err="1"/>
              <a:t>Acumin</a:t>
            </a:r>
            <a:r>
              <a:rPr lang="en-US" dirty="0"/>
              <a:t> Pro Semi Cond Bold 22 </a:t>
            </a:r>
            <a:r>
              <a:rPr lang="en-US" dirty="0" err="1"/>
              <a:t>pt</a:t>
            </a:r>
            <a:endParaRPr lang="en-US" dirty="0"/>
          </a:p>
        </p:txBody>
      </p:sp>
      <p:pic>
        <p:nvPicPr>
          <p:cNvPr id="11" name="Black Triangle">
            <a:extLst>
              <a:ext uri="{FF2B5EF4-FFF2-40B4-BE49-F238E27FC236}">
                <a16:creationId xmlns:a16="http://schemas.microsoft.com/office/drawing/2014/main" id="{89E231D1-E6F4-D744-B354-255815F71933}"/>
              </a:ext>
            </a:extLst>
          </p:cNvPr>
          <p:cNvPicPr>
            <a:picLocks noChangeAspect="1"/>
          </p:cNvPicPr>
          <p:nvPr userDrawn="1"/>
        </p:nvPicPr>
        <p:blipFill>
          <a:blip r:embed="rId2"/>
          <a:stretch>
            <a:fillRect/>
          </a:stretch>
        </p:blipFill>
        <p:spPr>
          <a:xfrm>
            <a:off x="9956800" y="0"/>
            <a:ext cx="2235200" cy="6858000"/>
          </a:xfrm>
          <a:prstGeom prst="rect">
            <a:avLst/>
          </a:prstGeom>
        </p:spPr>
      </p:pic>
      <p:sp>
        <p:nvSpPr>
          <p:cNvPr id="7" name="Date"/>
          <p:cNvSpPr>
            <a:spLocks noGrp="1"/>
          </p:cNvSpPr>
          <p:nvPr>
            <p:ph type="dt" sz="half" idx="10"/>
          </p:nvPr>
        </p:nvSpPr>
        <p:spPr/>
        <p:txBody>
          <a:bodyPr/>
          <a:lstStyle>
            <a:lvl1pPr>
              <a:defRPr>
                <a:solidFill>
                  <a:schemeClr val="accent4">
                    <a:alpha val="70000"/>
                  </a:schemeClr>
                </a:solidFill>
              </a:defRPr>
            </a:lvl1pPr>
          </a:lstStyle>
          <a:p>
            <a:fld id="{9FD1FD5B-65A3-4664-B278-26714F708850}" type="datetime1">
              <a:rPr lang="en-US" smtClean="0"/>
              <a:t>1/14/2026</a:t>
            </a:fld>
            <a:endParaRPr lang="en-US" dirty="0"/>
          </a:p>
        </p:txBody>
      </p:sp>
      <p:cxnSp>
        <p:nvCxnSpPr>
          <p:cNvPr id="33" name="Line">
            <a:extLst>
              <a:ext uri="{FF2B5EF4-FFF2-40B4-BE49-F238E27FC236}">
                <a16:creationId xmlns:a16="http://schemas.microsoft.com/office/drawing/2014/main" id="{E61121D3-034C-A148-89AD-C240C1E7F6F7}"/>
              </a:ext>
            </a:extLst>
          </p:cNvPr>
          <p:cNvCxnSpPr>
            <a:cxnSpLocks/>
          </p:cNvCxnSpPr>
          <p:nvPr/>
        </p:nvCxnSpPr>
        <p:spPr>
          <a:xfrm>
            <a:off x="11200667"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9" name="Slide Number"/>
          <p:cNvSpPr>
            <a:spLocks noGrp="1"/>
          </p:cNvSpPr>
          <p:nvPr>
            <p:ph type="sldNum" sz="quarter" idx="12"/>
          </p:nvPr>
        </p:nvSpPr>
        <p:spPr>
          <a:xfrm>
            <a:off x="11206124" y="6181281"/>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60" userDrawn="1">
          <p15:clr>
            <a:srgbClr val="FBAE40"/>
          </p15:clr>
        </p15:guide>
        <p15:guide id="4" pos="5952" userDrawn="1">
          <p15:clr>
            <a:srgbClr val="FBAE40"/>
          </p15:clr>
        </p15:guide>
        <p15:guide id="5" pos="6848" userDrawn="1">
          <p15:clr>
            <a:srgbClr val="FBAE40"/>
          </p15:clr>
        </p15:guide>
        <p15:guide id="6" orient="horz" pos="4080" userDrawn="1">
          <p15:clr>
            <a:srgbClr val="FBAE40"/>
          </p15:clr>
        </p15:guide>
        <p15:guide id="8" pos="122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pic>
        <p:nvPicPr>
          <p:cNvPr id="27" name="Black Bar">
            <a:extLst>
              <a:ext uri="{FF2B5EF4-FFF2-40B4-BE49-F238E27FC236}">
                <a16:creationId xmlns:a16="http://schemas.microsoft.com/office/drawing/2014/main" id="{6283C7A5-FA96-634B-82F6-99BF44D20F7C}"/>
              </a:ext>
            </a:extLst>
          </p:cNvPr>
          <p:cNvPicPr>
            <a:picLocks noChangeAspect="1"/>
          </p:cNvPicPr>
          <p:nvPr/>
        </p:nvPicPr>
        <p:blipFill>
          <a:blip r:embed="rId2"/>
          <a:stretch>
            <a:fillRect/>
          </a:stretch>
        </p:blipFill>
        <p:spPr>
          <a:xfrm>
            <a:off x="7009" y="0"/>
            <a:ext cx="11514667" cy="914400"/>
          </a:xfrm>
          <a:prstGeom prst="rect">
            <a:avLst/>
          </a:prstGeom>
        </p:spPr>
      </p:pic>
      <p:sp>
        <p:nvSpPr>
          <p:cNvPr id="2" name="Title"/>
          <p:cNvSpPr>
            <a:spLocks noGrp="1"/>
          </p:cNvSpPr>
          <p:nvPr>
            <p:ph type="ctrTitle" hasCustomPrompt="1"/>
          </p:nvPr>
        </p:nvSpPr>
        <p:spPr bwMode="blackWhite">
          <a:xfrm>
            <a:off x="1043554" y="442674"/>
            <a:ext cx="9234309" cy="51244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Acumin Pro ExtraCondensed" panose="020B0508020202020204" pitchFamily="34" charset="77"/>
              </a:defRPr>
            </a:lvl1pPr>
          </a:lstStyle>
          <a:p>
            <a:r>
              <a:rPr lang="en-US" dirty="0"/>
              <a:t>Title </a:t>
            </a:r>
            <a:r>
              <a:rPr lang="en-US" dirty="0" err="1"/>
              <a:t>Acumin</a:t>
            </a:r>
            <a:r>
              <a:rPr lang="en-US" dirty="0"/>
              <a:t> Pro Extra Cond Bold Italic 36 </a:t>
            </a:r>
            <a:r>
              <a:rPr lang="en-US" dirty="0" err="1"/>
              <a:t>pt</a:t>
            </a:r>
            <a:endParaRPr lang="en-US" dirty="0"/>
          </a:p>
        </p:txBody>
      </p:sp>
      <p:sp>
        <p:nvSpPr>
          <p:cNvPr id="3" name="Subhead"/>
          <p:cNvSpPr>
            <a:spLocks noGrp="1"/>
          </p:cNvSpPr>
          <p:nvPr>
            <p:ph type="subTitle" idx="1" hasCustomPrompt="1"/>
          </p:nvPr>
        </p:nvSpPr>
        <p:spPr>
          <a:xfrm>
            <a:off x="1043553" y="1345167"/>
            <a:ext cx="7321993" cy="341599"/>
          </a:xfrm>
          <a:noFill/>
        </p:spPr>
        <p:txBody>
          <a:bodyPr wrap="square" lIns="0" tIns="0" rIns="0" bIns="0" anchor="t" anchorCtr="0">
            <a:spAutoFit/>
          </a:bodyPr>
          <a:lstStyle>
            <a:lvl1pPr marL="0" indent="0" algn="l">
              <a:buNone/>
              <a:defRPr sz="2200" b="1" i="0">
                <a:solidFill>
                  <a:schemeClr val="accent2"/>
                </a:solidFill>
                <a:latin typeface="Acumin Pro SemiCondensed" panose="020B0506020202020204" pitchFamily="34" charset="77"/>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 </a:t>
            </a:r>
            <a:r>
              <a:rPr lang="en-US" dirty="0" err="1"/>
              <a:t>Acumin</a:t>
            </a:r>
            <a:r>
              <a:rPr lang="en-US" dirty="0"/>
              <a:t> Pro Semi Cond Bold 22 </a:t>
            </a:r>
            <a:r>
              <a:rPr lang="en-US" dirty="0" err="1"/>
              <a:t>pt</a:t>
            </a:r>
            <a:endParaRPr lang="en-US" dirty="0"/>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1950849" y="1962540"/>
            <a:ext cx="73660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Acumin Pro" panose="020B0504020202020204" pitchFamily="34" charset="77"/>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p:txBody>
      </p:sp>
      <p:sp>
        <p:nvSpPr>
          <p:cNvPr id="28" name="Date">
            <a:extLst>
              <a:ext uri="{FF2B5EF4-FFF2-40B4-BE49-F238E27FC236}">
                <a16:creationId xmlns:a16="http://schemas.microsoft.com/office/drawing/2014/main" id="{32B67432-75BE-B145-B884-FF16D239EAF2}"/>
              </a:ext>
            </a:extLst>
          </p:cNvPr>
          <p:cNvSpPr>
            <a:spLocks noGrp="1"/>
          </p:cNvSpPr>
          <p:nvPr>
            <p:ph type="dt" sz="half" idx="2"/>
          </p:nvPr>
        </p:nvSpPr>
        <p:spPr>
          <a:xfrm>
            <a:off x="10136783" y="6202177"/>
            <a:ext cx="1037760" cy="323968"/>
          </a:xfrm>
          <a:prstGeom prst="rect">
            <a:avLst/>
          </a:prstGeom>
        </p:spPr>
        <p:txBody>
          <a:bodyPr vert="horz" lIns="91440" tIns="45720" rIns="91440" bIns="45720" rtlCol="0" anchor="ctr"/>
          <a:lstStyle>
            <a:lvl1pPr algn="r">
              <a:defRPr sz="1000" b="0" i="0">
                <a:solidFill>
                  <a:schemeClr val="bg1">
                    <a:alpha val="70000"/>
                  </a:schemeClr>
                </a:solidFill>
                <a:latin typeface="Acumin Pro" panose="020B0504020202020204" pitchFamily="34" charset="77"/>
              </a:defRPr>
            </a:lvl1pPr>
          </a:lstStyle>
          <a:p>
            <a:fld id="{2C615044-BFAB-4543-8973-866F78388ABF}" type="datetime1">
              <a:rPr lang="en-US" smtClean="0"/>
              <a:t>1/14/2026</a:t>
            </a:fld>
            <a:endParaRPr lang="en-US" dirty="0"/>
          </a:p>
        </p:txBody>
      </p:sp>
      <p:cxnSp>
        <p:nvCxnSpPr>
          <p:cNvPr id="30" name="Line">
            <a:extLst>
              <a:ext uri="{FF2B5EF4-FFF2-40B4-BE49-F238E27FC236}">
                <a16:creationId xmlns:a16="http://schemas.microsoft.com/office/drawing/2014/main" id="{58350E96-57A4-414B-9B8B-1430C2B4D38E}"/>
              </a:ext>
            </a:extLst>
          </p:cNvPr>
          <p:cNvCxnSpPr>
            <a:cxnSpLocks/>
          </p:cNvCxnSpPr>
          <p:nvPr/>
        </p:nvCxnSpPr>
        <p:spPr>
          <a:xfrm>
            <a:off x="11200667"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9" name="Slide Number">
            <a:extLst>
              <a:ext uri="{FF2B5EF4-FFF2-40B4-BE49-F238E27FC236}">
                <a16:creationId xmlns:a16="http://schemas.microsoft.com/office/drawing/2014/main" id="{49E8753C-A442-034F-B0F4-92D22B3247FE}"/>
              </a:ext>
            </a:extLst>
          </p:cNvPr>
          <p:cNvSpPr>
            <a:spLocks noGrp="1"/>
          </p:cNvSpPr>
          <p:nvPr>
            <p:ph type="sldNum" sz="quarter" idx="4"/>
          </p:nvPr>
        </p:nvSpPr>
        <p:spPr>
          <a:xfrm>
            <a:off x="11206124" y="6181281"/>
            <a:ext cx="487680" cy="365760"/>
          </a:xfrm>
          <a:prstGeom prst="ellipse">
            <a:avLst/>
          </a:prstGeom>
          <a:noFill/>
        </p:spPr>
        <p:txBody>
          <a:bodyPr vert="horz" lIns="18288" tIns="45720" rIns="18288" bIns="45720" rtlCol="0" anchor="ctr">
            <a:noAutofit/>
          </a:bodyPr>
          <a:lstStyle>
            <a:lvl1pPr algn="ctr">
              <a:defRPr sz="1000" b="1" i="0" spc="0" baseline="0">
                <a:solidFill>
                  <a:schemeClr val="bg1"/>
                </a:solidFill>
                <a:latin typeface="Acumin Pro Semibold" panose="020B0504020202020204" pitchFamily="34" charset="77"/>
              </a:defRPr>
            </a:lvl1pPr>
          </a:lstStyle>
          <a:p>
            <a:fld id="{8A7A6979-0714-4377-B894-6BE4C2D6E202}" type="slidenum">
              <a:rPr lang="en-US" smtClean="0"/>
              <a:pPr/>
              <a:t>‹#›</a:t>
            </a:fld>
            <a:endParaRPr lang="en-US" dirty="0"/>
          </a:p>
        </p:txBody>
      </p:sp>
      <p:pic>
        <p:nvPicPr>
          <p:cNvPr id="4" name="Picture 3"/>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487839" y="267944"/>
            <a:ext cx="704161" cy="704161"/>
          </a:xfrm>
          <a:prstGeom prst="rect">
            <a:avLst/>
          </a:prstGeom>
        </p:spPr>
      </p:pic>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60" userDrawn="1">
          <p15:clr>
            <a:srgbClr val="FBAE40"/>
          </p15:clr>
        </p15:guide>
        <p15:guide id="4" pos="5952" userDrawn="1">
          <p15:clr>
            <a:srgbClr val="FBAE40"/>
          </p15:clr>
        </p15:guide>
        <p15:guide id="5" pos="6848" userDrawn="1">
          <p15:clr>
            <a:srgbClr val="FBAE40"/>
          </p15:clr>
        </p15:guide>
        <p15:guide id="6" orient="horz" pos="4032" userDrawn="1">
          <p15:clr>
            <a:srgbClr val="FBAE40"/>
          </p15:clr>
        </p15:guide>
        <p15:guide id="7" pos="1224" userDrawn="1">
          <p15:clr>
            <a:srgbClr val="FBAE40"/>
          </p15:clr>
        </p15:guide>
        <p15:guide id="8" pos="648" userDrawn="1">
          <p15:clr>
            <a:srgbClr val="FBAE40"/>
          </p15:clr>
        </p15:guide>
        <p15:guide id="9" pos="15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Slide - Copy &amp; Pic/Chart">
    <p:bg>
      <p:bgPr>
        <a:solidFill>
          <a:schemeClr val="accent4"/>
        </a:solidFill>
        <a:effectLst/>
      </p:bgPr>
    </p:bg>
    <p:spTree>
      <p:nvGrpSpPr>
        <p:cNvPr id="1" name=""/>
        <p:cNvGrpSpPr/>
        <p:nvPr/>
      </p:nvGrpSpPr>
      <p:grpSpPr>
        <a:xfrm>
          <a:off x="0" y="0"/>
          <a:ext cx="0" cy="0"/>
          <a:chOff x="0" y="0"/>
          <a:chExt cx="0" cy="0"/>
        </a:xfrm>
      </p:grpSpPr>
      <p:pic>
        <p:nvPicPr>
          <p:cNvPr id="21" name="Black Bar">
            <a:extLst>
              <a:ext uri="{FF2B5EF4-FFF2-40B4-BE49-F238E27FC236}">
                <a16:creationId xmlns:a16="http://schemas.microsoft.com/office/drawing/2014/main" id="{87C91AFD-CCD5-AA40-82FE-4B69C6151917}"/>
              </a:ext>
            </a:extLst>
          </p:cNvPr>
          <p:cNvPicPr>
            <a:picLocks noChangeAspect="1"/>
          </p:cNvPicPr>
          <p:nvPr/>
        </p:nvPicPr>
        <p:blipFill>
          <a:blip r:embed="rId2"/>
          <a:stretch>
            <a:fillRect/>
          </a:stretch>
        </p:blipFill>
        <p:spPr>
          <a:xfrm>
            <a:off x="7009" y="0"/>
            <a:ext cx="11514667" cy="914400"/>
          </a:xfrm>
          <a:prstGeom prst="rect">
            <a:avLst/>
          </a:prstGeom>
        </p:spPr>
      </p:pic>
      <p:sp>
        <p:nvSpPr>
          <p:cNvPr id="22" name="Title">
            <a:extLst>
              <a:ext uri="{FF2B5EF4-FFF2-40B4-BE49-F238E27FC236}">
                <a16:creationId xmlns:a16="http://schemas.microsoft.com/office/drawing/2014/main" id="{73768DE6-FB80-874D-8DE0-986B46F1FD05}"/>
              </a:ext>
            </a:extLst>
          </p:cNvPr>
          <p:cNvSpPr>
            <a:spLocks noGrp="1"/>
          </p:cNvSpPr>
          <p:nvPr>
            <p:ph type="ctrTitle" hasCustomPrompt="1"/>
          </p:nvPr>
        </p:nvSpPr>
        <p:spPr bwMode="blackWhite">
          <a:xfrm>
            <a:off x="1043553" y="442674"/>
            <a:ext cx="9234309" cy="512448"/>
          </a:xfrm>
          <a:prstGeom prst="rect">
            <a:avLst/>
          </a:prstGeom>
          <a:noFill/>
          <a:ln w="38100">
            <a:noFill/>
          </a:ln>
        </p:spPr>
        <p:txBody>
          <a:bodyPr wrap="square" lIns="0" tIns="0" rIns="0" bIns="0" anchor="t" anchorCtr="0">
            <a:spAutoFit/>
          </a:bodyPr>
          <a:lstStyle>
            <a:lvl1pPr algn="l">
              <a:defRPr sz="3600" b="1" i="1" cap="none" spc="0">
                <a:solidFill>
                  <a:schemeClr val="tx2"/>
                </a:solidFill>
                <a:latin typeface="Acumin Pro ExtraCondensed" panose="020B0508020202020204" pitchFamily="34" charset="77"/>
              </a:defRPr>
            </a:lvl1pPr>
          </a:lstStyle>
          <a:p>
            <a:r>
              <a:rPr lang="en-US" dirty="0"/>
              <a:t>Title </a:t>
            </a:r>
            <a:r>
              <a:rPr lang="en-US" dirty="0" err="1"/>
              <a:t>Acumin</a:t>
            </a:r>
            <a:r>
              <a:rPr lang="en-US" dirty="0"/>
              <a:t> Pro Extra Cond Bold Italic 36 </a:t>
            </a:r>
            <a:r>
              <a:rPr lang="en-US" dirty="0" err="1"/>
              <a:t>pt</a:t>
            </a:r>
            <a:endParaRPr lang="en-US" dirty="0"/>
          </a:p>
        </p:txBody>
      </p:sp>
      <p:sp>
        <p:nvSpPr>
          <p:cNvPr id="3" name="Subhead"/>
          <p:cNvSpPr>
            <a:spLocks noGrp="1"/>
          </p:cNvSpPr>
          <p:nvPr>
            <p:ph type="subTitle" idx="1" hasCustomPrompt="1"/>
          </p:nvPr>
        </p:nvSpPr>
        <p:spPr>
          <a:xfrm>
            <a:off x="1043553" y="1345166"/>
            <a:ext cx="7288495" cy="338554"/>
          </a:xfrm>
          <a:noFill/>
        </p:spPr>
        <p:txBody>
          <a:bodyPr wrap="square" lIns="0" tIns="0" rIns="0" bIns="0" anchor="t" anchorCtr="0">
            <a:spAutoFit/>
          </a:bodyPr>
          <a:lstStyle>
            <a:lvl1pPr marL="0" indent="0" algn="l">
              <a:buNone/>
              <a:defRPr sz="2200" b="1" i="0">
                <a:solidFill>
                  <a:schemeClr val="accent2"/>
                </a:solidFill>
                <a:latin typeface="Acumin Pro SemiCondensed" panose="020B0506020202020204" pitchFamily="34" charset="77"/>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 </a:t>
            </a:r>
            <a:r>
              <a:rPr lang="en-US" dirty="0" err="1"/>
              <a:t>Acumin</a:t>
            </a:r>
            <a:r>
              <a:rPr lang="en-US" dirty="0"/>
              <a:t> Pro Semi Cond Bold 22 </a:t>
            </a:r>
            <a:r>
              <a:rPr lang="en-US" dirty="0" err="1"/>
              <a:t>pt</a:t>
            </a:r>
            <a:endParaRPr lang="en-US" dirty="0"/>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1943100" y="1917389"/>
            <a:ext cx="4591332"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800" b="0" i="0" normalizeH="0" baseline="0">
                <a:solidFill>
                  <a:schemeClr val="bg1"/>
                </a:solidFill>
                <a:latin typeface="Acumin Pro" panose="020B0504020202020204" pitchFamily="34" charset="77"/>
              </a:defRPr>
            </a:lvl1pPr>
          </a:lstStyle>
          <a:p>
            <a:pPr lvl="0"/>
            <a:r>
              <a:rPr lang="en-US" dirty="0"/>
              <a:t>Bulleted copy. </a:t>
            </a:r>
            <a:r>
              <a:rPr lang="en-US" dirty="0" err="1"/>
              <a:t>Acumin</a:t>
            </a:r>
            <a:r>
              <a:rPr lang="en-US" dirty="0"/>
              <a:t> Pro Reg 18 pt. Keep it short with bite-size chunks of information.</a:t>
            </a:r>
          </a:p>
          <a:p>
            <a:pPr lvl="0"/>
            <a:endParaRPr lang="en-US" dirty="0"/>
          </a:p>
          <a:p>
            <a:pPr lvl="0"/>
            <a:r>
              <a:rPr lang="en-US" dirty="0"/>
              <a:t>Bulleted copy. </a:t>
            </a:r>
            <a:r>
              <a:rPr lang="en-US" dirty="0" err="1"/>
              <a:t>Acumin</a:t>
            </a:r>
            <a:r>
              <a:rPr lang="en-US" dirty="0"/>
              <a:t> Pro Reg 18 pt.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a:t>
            </a:r>
            <a:r>
              <a:rPr lang="en-US" dirty="0" err="1"/>
              <a:t>Acumin</a:t>
            </a:r>
            <a:r>
              <a:rPr lang="en-US" dirty="0"/>
              <a:t> Pro Reg 18 pt. Keep it short with bite-size chunks of information.</a:t>
            </a:r>
          </a:p>
          <a:p>
            <a:pPr lvl="0"/>
            <a:endParaRPr lang="en-US" dirty="0"/>
          </a:p>
          <a:p>
            <a:pPr lvl="0"/>
            <a:endParaRPr lang="en-US" dirty="0"/>
          </a:p>
        </p:txBody>
      </p: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6803762" y="1920876"/>
            <a:ext cx="4837905" cy="2982913"/>
          </a:xfrm>
        </p:spPr>
        <p:txBody>
          <a:bodyPr lIns="0" tIns="0" rIns="0" bIns="0" anchor="ctr" anchorCtr="0"/>
          <a:lstStyle>
            <a:lvl1pPr algn="ctr">
              <a:defRPr b="0" i="0">
                <a:solidFill>
                  <a:schemeClr val="bg1"/>
                </a:solidFill>
                <a:latin typeface="Acumin Pro" panose="020B0504020202020204" pitchFamily="34" charset="77"/>
              </a:defRPr>
            </a:lvl1pPr>
            <a:lvl4pPr marL="685800" indent="0" algn="ctr">
              <a:buNone/>
              <a:defRPr>
                <a:solidFill>
                  <a:schemeClr val="bg1"/>
                </a:solidFill>
              </a:defRPr>
            </a:lvl4pPr>
          </a:lstStyle>
          <a:p>
            <a:pPr lvl="0"/>
            <a:r>
              <a:rPr lang="en-US" dirty="0"/>
              <a:t>Insert picture or chart here</a:t>
            </a:r>
          </a:p>
        </p:txBody>
      </p:sp>
      <p:sp>
        <p:nvSpPr>
          <p:cNvPr id="23" name="Date">
            <a:extLst>
              <a:ext uri="{FF2B5EF4-FFF2-40B4-BE49-F238E27FC236}">
                <a16:creationId xmlns:a16="http://schemas.microsoft.com/office/drawing/2014/main" id="{CF069E70-AF49-2042-836A-1CC5C09B9CCB}"/>
              </a:ext>
            </a:extLst>
          </p:cNvPr>
          <p:cNvSpPr>
            <a:spLocks noGrp="1"/>
          </p:cNvSpPr>
          <p:nvPr>
            <p:ph type="dt" sz="half" idx="2"/>
          </p:nvPr>
        </p:nvSpPr>
        <p:spPr>
          <a:xfrm>
            <a:off x="10049694" y="6202177"/>
            <a:ext cx="1124849" cy="323968"/>
          </a:xfrm>
          <a:prstGeom prst="rect">
            <a:avLst/>
          </a:prstGeom>
        </p:spPr>
        <p:txBody>
          <a:bodyPr vert="horz" lIns="91440" tIns="45720" rIns="91440" bIns="45720" rtlCol="0" anchor="ctr"/>
          <a:lstStyle>
            <a:lvl1pPr algn="r">
              <a:defRPr sz="1000" b="0" i="0">
                <a:solidFill>
                  <a:schemeClr val="bg1">
                    <a:alpha val="70000"/>
                  </a:schemeClr>
                </a:solidFill>
                <a:latin typeface="Acumin Pro" panose="020B0504020202020204" pitchFamily="34" charset="77"/>
              </a:defRPr>
            </a:lvl1pPr>
          </a:lstStyle>
          <a:p>
            <a:fld id="{5BB8E111-D528-4D02-83E5-578A8D977429}" type="datetime1">
              <a:rPr lang="en-US" smtClean="0"/>
              <a:t>1/14/2026</a:t>
            </a:fld>
            <a:endParaRPr lang="en-US" dirty="0"/>
          </a:p>
        </p:txBody>
      </p:sp>
      <p:cxnSp>
        <p:nvCxnSpPr>
          <p:cNvPr id="25" name="Line">
            <a:extLst>
              <a:ext uri="{FF2B5EF4-FFF2-40B4-BE49-F238E27FC236}">
                <a16:creationId xmlns:a16="http://schemas.microsoft.com/office/drawing/2014/main" id="{BCC405A1-23C8-8E4E-940E-49CA3B709385}"/>
              </a:ext>
            </a:extLst>
          </p:cNvPr>
          <p:cNvCxnSpPr>
            <a:cxnSpLocks/>
          </p:cNvCxnSpPr>
          <p:nvPr/>
        </p:nvCxnSpPr>
        <p:spPr>
          <a:xfrm>
            <a:off x="11200667" y="6270568"/>
            <a:ext cx="0" cy="16002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Slide Number">
            <a:extLst>
              <a:ext uri="{FF2B5EF4-FFF2-40B4-BE49-F238E27FC236}">
                <a16:creationId xmlns:a16="http://schemas.microsoft.com/office/drawing/2014/main" id="{50D54855-2B56-7D4D-BC1F-BBB8B58B9663}"/>
              </a:ext>
            </a:extLst>
          </p:cNvPr>
          <p:cNvSpPr>
            <a:spLocks noGrp="1"/>
          </p:cNvSpPr>
          <p:nvPr>
            <p:ph type="sldNum" sz="quarter" idx="4"/>
          </p:nvPr>
        </p:nvSpPr>
        <p:spPr>
          <a:xfrm>
            <a:off x="11213873" y="6181281"/>
            <a:ext cx="487680" cy="365760"/>
          </a:xfrm>
          <a:prstGeom prst="ellipse">
            <a:avLst/>
          </a:prstGeom>
          <a:noFill/>
        </p:spPr>
        <p:txBody>
          <a:bodyPr vert="horz" lIns="18288" tIns="45720" rIns="18288" bIns="45720" rtlCol="0" anchor="ctr">
            <a:noAutofit/>
          </a:bodyPr>
          <a:lstStyle>
            <a:lvl1pPr algn="ctr">
              <a:defRPr sz="1000" b="1" i="0" spc="0" baseline="0">
                <a:solidFill>
                  <a:schemeClr val="bg1"/>
                </a:solidFill>
                <a:latin typeface="Acumin Pro Semibold" panose="020B0504020202020204" pitchFamily="34" charset="77"/>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60" userDrawn="1">
          <p15:clr>
            <a:srgbClr val="FBAE40"/>
          </p15:clr>
        </p15:guide>
        <p15:guide id="4" pos="5952" userDrawn="1">
          <p15:clr>
            <a:srgbClr val="FBAE40"/>
          </p15:clr>
        </p15:guide>
        <p15:guide id="5" pos="6848" userDrawn="1">
          <p15:clr>
            <a:srgbClr val="FBAE40"/>
          </p15:clr>
        </p15:guide>
        <p15:guide id="6" orient="horz" pos="4080" userDrawn="1">
          <p15:clr>
            <a:srgbClr val="FBAE40"/>
          </p15:clr>
        </p15:guide>
        <p15:guide id="7" pos="648" userDrawn="1">
          <p15:clr>
            <a:srgbClr val="FBAE40"/>
          </p15:clr>
        </p15:guide>
        <p15:guide id="8" pos="1224"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Picture Description">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12192000" cy="6858000"/>
          </a:xfrm>
        </p:spPr>
        <p:txBody>
          <a:bodyPr anchor="ctr" anchorCtr="1"/>
          <a:lstStyle>
            <a:lvl1pPr marL="0" indent="0" algn="ctr">
              <a:buFontTx/>
              <a:buNone/>
              <a:defRPr baseline="0">
                <a:solidFill>
                  <a:schemeClr val="bg1"/>
                </a:solidFill>
                <a:latin typeface="Acumin Pro" panose="020B0504020202020204" pitchFamily="34" charset="77"/>
              </a:defRPr>
            </a:lvl1pPr>
          </a:lstStyle>
          <a:p>
            <a:r>
              <a:rPr lang="en-US"/>
              <a:t>Click icon to add picture</a:t>
            </a:r>
            <a:endParaRPr lang="en-US" dirty="0"/>
          </a:p>
        </p:txBody>
      </p:sp>
      <p:sp>
        <p:nvSpPr>
          <p:cNvPr id="14" name="Photo Caption">
            <a:extLst>
              <a:ext uri="{FF2B5EF4-FFF2-40B4-BE49-F238E27FC236}">
                <a16:creationId xmlns:a16="http://schemas.microsoft.com/office/drawing/2014/main" id="{0D6DAF39-EE35-6843-807B-FF770BE21293}"/>
              </a:ext>
            </a:extLst>
          </p:cNvPr>
          <p:cNvSpPr>
            <a:spLocks noGrp="1"/>
          </p:cNvSpPr>
          <p:nvPr>
            <p:ph type="ctrTitle" hasCustomPrompt="1"/>
          </p:nvPr>
        </p:nvSpPr>
        <p:spPr bwMode="blackWhite">
          <a:xfrm>
            <a:off x="1035804" y="304800"/>
            <a:ext cx="3838891" cy="1004121"/>
          </a:xfrm>
          <a:prstGeom prst="rect">
            <a:avLst/>
          </a:prstGeom>
          <a:noFill/>
          <a:ln w="38100">
            <a:noFill/>
          </a:ln>
        </p:spPr>
        <p:txBody>
          <a:bodyPr wrap="square" lIns="0" tIns="0" rIns="0" bIns="0" anchor="t" anchorCtr="0">
            <a:spAutoFit/>
          </a:bodyPr>
          <a:lstStyle>
            <a:lvl1pPr algn="l">
              <a:defRPr sz="1800" b="1" i="0" cap="none" spc="0">
                <a:solidFill>
                  <a:schemeClr val="bg1"/>
                </a:solidFill>
                <a:latin typeface="Acumin Pro" panose="020B0504020202020204" pitchFamily="34" charset="77"/>
              </a:defRPr>
            </a:lvl1pPr>
          </a:lstStyle>
          <a:p>
            <a:r>
              <a:rPr lang="en-US" dirty="0"/>
              <a:t>Brief photo caption. Place in top left or right corner. </a:t>
            </a:r>
            <a:r>
              <a:rPr lang="en-US" dirty="0" err="1"/>
              <a:t>Acumin</a:t>
            </a:r>
            <a:r>
              <a:rPr lang="en-US" dirty="0"/>
              <a:t> Pro Bold 18 pt. Make text black or white for legibility.</a:t>
            </a:r>
          </a:p>
        </p:txBody>
      </p:sp>
      <p:pic>
        <p:nvPicPr>
          <p:cNvPr id="29" name="Gold Triangle">
            <a:extLst>
              <a:ext uri="{FF2B5EF4-FFF2-40B4-BE49-F238E27FC236}">
                <a16:creationId xmlns:a16="http://schemas.microsoft.com/office/drawing/2014/main" id="{6C3B8210-1510-C644-9CE9-0E6E1BA9961F}"/>
              </a:ext>
            </a:extLst>
          </p:cNvPr>
          <p:cNvPicPr>
            <a:picLocks noChangeAspect="1"/>
          </p:cNvPicPr>
          <p:nvPr/>
        </p:nvPicPr>
        <p:blipFill>
          <a:blip r:embed="rId2"/>
          <a:stretch>
            <a:fillRect/>
          </a:stretch>
        </p:blipFill>
        <p:spPr>
          <a:xfrm>
            <a:off x="9821333" y="0"/>
            <a:ext cx="2370667" cy="6858000"/>
          </a:xfrm>
          <a:prstGeom prst="rect">
            <a:avLst/>
          </a:prstGeom>
        </p:spPr>
      </p:pic>
      <p:sp>
        <p:nvSpPr>
          <p:cNvPr id="19" name="Date">
            <a:extLst>
              <a:ext uri="{FF2B5EF4-FFF2-40B4-BE49-F238E27FC236}">
                <a16:creationId xmlns:a16="http://schemas.microsoft.com/office/drawing/2014/main" id="{AAF94E19-ED71-7845-B4E1-5D3EA4F2593F}"/>
              </a:ext>
            </a:extLst>
          </p:cNvPr>
          <p:cNvSpPr>
            <a:spLocks noGrp="1"/>
          </p:cNvSpPr>
          <p:nvPr>
            <p:ph type="dt" sz="half" idx="10"/>
          </p:nvPr>
        </p:nvSpPr>
        <p:spPr>
          <a:xfrm>
            <a:off x="10032276" y="6202177"/>
            <a:ext cx="1142267" cy="323968"/>
          </a:xfrm>
        </p:spPr>
        <p:txBody>
          <a:bodyPr/>
          <a:lstStyle>
            <a:lvl1pPr>
              <a:defRPr>
                <a:solidFill>
                  <a:schemeClr val="accent4">
                    <a:alpha val="70000"/>
                  </a:schemeClr>
                </a:solidFill>
              </a:defRPr>
            </a:lvl1pPr>
          </a:lstStyle>
          <a:p>
            <a:fld id="{D63B7468-5B76-4118-AB2B-8F8825EFE471}" type="datetime1">
              <a:rPr lang="en-US" smtClean="0"/>
              <a:t>1/14/2026</a:t>
            </a:fld>
            <a:endParaRPr lang="en-US" dirty="0"/>
          </a:p>
        </p:txBody>
      </p:sp>
      <p:cxnSp>
        <p:nvCxnSpPr>
          <p:cNvPr id="22" name="Line 3">
            <a:extLst>
              <a:ext uri="{FF2B5EF4-FFF2-40B4-BE49-F238E27FC236}">
                <a16:creationId xmlns:a16="http://schemas.microsoft.com/office/drawing/2014/main" id="{6E05FCF8-5823-9D4D-B7F3-412E5BDD4E01}"/>
              </a:ext>
            </a:extLst>
          </p:cNvPr>
          <p:cNvCxnSpPr>
            <a:cxnSpLocks/>
          </p:cNvCxnSpPr>
          <p:nvPr/>
        </p:nvCxnSpPr>
        <p:spPr>
          <a:xfrm>
            <a:off x="11200667"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1" name="Slide Number">
            <a:extLst>
              <a:ext uri="{FF2B5EF4-FFF2-40B4-BE49-F238E27FC236}">
                <a16:creationId xmlns:a16="http://schemas.microsoft.com/office/drawing/2014/main" id="{14A543BD-A296-7346-B649-5BA64898AF2C}"/>
              </a:ext>
            </a:extLst>
          </p:cNvPr>
          <p:cNvSpPr>
            <a:spLocks noGrp="1"/>
          </p:cNvSpPr>
          <p:nvPr>
            <p:ph type="sldNum" sz="quarter" idx="12"/>
          </p:nvPr>
        </p:nvSpPr>
        <p:spPr>
          <a:xfrm>
            <a:off x="11206124" y="6181281"/>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60" userDrawn="1">
          <p15:clr>
            <a:srgbClr val="FBAE40"/>
          </p15:clr>
        </p15:guide>
        <p15:guide id="4" pos="5952" userDrawn="1">
          <p15:clr>
            <a:srgbClr val="FBAE40"/>
          </p15:clr>
        </p15:guide>
        <p15:guide id="5" pos="6848" userDrawn="1">
          <p15:clr>
            <a:srgbClr val="FBAE40"/>
          </p15:clr>
        </p15:guide>
        <p15:guide id="6" orient="horz" pos="4080" userDrawn="1">
          <p15:clr>
            <a:srgbClr val="FBAE40"/>
          </p15:clr>
        </p15:guide>
        <p15:guide id="7" pos="352" userDrawn="1">
          <p15:clr>
            <a:srgbClr val="FBAE40"/>
          </p15:clr>
        </p15:guide>
        <p15:guide id="8" orient="horz" pos="192" userDrawn="1">
          <p15:clr>
            <a:srgbClr val="FBAE40"/>
          </p15:clr>
        </p15:guide>
        <p15:guide id="9" pos="648"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2"/>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1" y="0"/>
            <a:ext cx="12191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5" name="Heading">
            <a:extLst>
              <a:ext uri="{FF2B5EF4-FFF2-40B4-BE49-F238E27FC236}">
                <a16:creationId xmlns:a16="http://schemas.microsoft.com/office/drawing/2014/main" id="{4D7D7E43-151C-6148-8D70-1135C4C4B705}"/>
              </a:ext>
            </a:extLst>
          </p:cNvPr>
          <p:cNvSpPr>
            <a:spLocks noGrp="1"/>
          </p:cNvSpPr>
          <p:nvPr>
            <p:ph type="ctrTitle" hasCustomPrompt="1"/>
          </p:nvPr>
        </p:nvSpPr>
        <p:spPr bwMode="blackWhite">
          <a:xfrm>
            <a:off x="2893545" y="1466567"/>
            <a:ext cx="6419331" cy="1210973"/>
          </a:xfrm>
          <a:prstGeom prst="rect">
            <a:avLst/>
          </a:prstGeom>
          <a:noFill/>
          <a:ln w="38100">
            <a:noFill/>
          </a:ln>
        </p:spPr>
        <p:txBody>
          <a:bodyPr wrap="square" lIns="0" tIns="0" rIns="0" bIns="0" anchor="t" anchorCtr="0">
            <a:spAutoFit/>
          </a:bodyPr>
          <a:lstStyle>
            <a:lvl1pPr algn="ctr">
              <a:defRPr sz="8600" b="0" i="0" cap="none" spc="0">
                <a:solidFill>
                  <a:schemeClr val="accent2"/>
                </a:solidFill>
                <a:latin typeface="United Sans Reg Medium" pitchFamily="2" charset="77"/>
              </a:defRPr>
            </a:lvl1pPr>
          </a:lstStyle>
          <a:p>
            <a:r>
              <a:rPr lang="en-US" dirty="0"/>
              <a:t>123</a:t>
            </a:r>
          </a:p>
        </p:txBody>
      </p:sp>
      <p:sp>
        <p:nvSpPr>
          <p:cNvPr id="20" name="Black Bar">
            <a:extLst>
              <a:ext uri="{FF2B5EF4-FFF2-40B4-BE49-F238E27FC236}">
                <a16:creationId xmlns:a16="http://schemas.microsoft.com/office/drawing/2014/main" id="{EACB2F0C-1C3D-CD48-AD13-7B5AD683F7C7}"/>
              </a:ext>
            </a:extLst>
          </p:cNvPr>
          <p:cNvSpPr/>
          <p:nvPr/>
        </p:nvSpPr>
        <p:spPr>
          <a:xfrm>
            <a:off x="2648277" y="2744421"/>
            <a:ext cx="6905456"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16" name="Subhead">
            <a:extLst>
              <a:ext uri="{FF2B5EF4-FFF2-40B4-BE49-F238E27FC236}">
                <a16:creationId xmlns:a16="http://schemas.microsoft.com/office/drawing/2014/main" id="{0B79470A-88E7-9241-9D11-9A69D762338C}"/>
              </a:ext>
            </a:extLst>
          </p:cNvPr>
          <p:cNvSpPr>
            <a:spLocks noGrp="1"/>
          </p:cNvSpPr>
          <p:nvPr>
            <p:ph type="subTitle" idx="1" hasCustomPrompt="1"/>
          </p:nvPr>
        </p:nvSpPr>
        <p:spPr>
          <a:xfrm>
            <a:off x="2648276" y="2706475"/>
            <a:ext cx="6895463" cy="553998"/>
          </a:xfrm>
          <a:noFill/>
        </p:spPr>
        <p:txBody>
          <a:bodyPr wrap="square" lIns="0" tIns="0" rIns="0" bIns="0" anchor="t" anchorCtr="0">
            <a:spAutoFit/>
          </a:bodyPr>
          <a:lstStyle>
            <a:lvl1pPr marL="0" indent="0" algn="ctr">
              <a:buNone/>
              <a:defRPr sz="3600" b="1" i="0" spc="300">
                <a:solidFill>
                  <a:schemeClr val="accent4"/>
                </a:solidFill>
                <a:latin typeface="United Sans Cd Md" pitchFamily="50"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875268" y="3540352"/>
            <a:ext cx="6678467"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Acumin Pro Medium" panose="020B0504020202020204" pitchFamily="34" charset="77"/>
              </a:defRPr>
            </a:lvl1pPr>
          </a:lstStyle>
          <a:p>
            <a:pPr lvl="0"/>
            <a:r>
              <a:rPr lang="en-US" dirty="0"/>
              <a:t>Fact or highlight. </a:t>
            </a:r>
            <a:r>
              <a:rPr lang="en-US" dirty="0" err="1"/>
              <a:t>Acumin</a:t>
            </a:r>
            <a:r>
              <a:rPr lang="en-US" dirty="0"/>
              <a:t> Pro Medium 24 pt. Keep it short with bite-size chunks of information.</a:t>
            </a:r>
          </a:p>
        </p:txBody>
      </p:sp>
      <p:pic>
        <p:nvPicPr>
          <p:cNvPr id="24" name="Gold Triangle">
            <a:extLst>
              <a:ext uri="{FF2B5EF4-FFF2-40B4-BE49-F238E27FC236}">
                <a16:creationId xmlns:a16="http://schemas.microsoft.com/office/drawing/2014/main" id="{4DC803D7-BDE8-2740-B36D-EB98236EB729}"/>
              </a:ext>
            </a:extLst>
          </p:cNvPr>
          <p:cNvPicPr>
            <a:picLocks noChangeAspect="1"/>
          </p:cNvPicPr>
          <p:nvPr/>
        </p:nvPicPr>
        <p:blipFill>
          <a:blip r:embed="rId2"/>
          <a:stretch>
            <a:fillRect/>
          </a:stretch>
        </p:blipFill>
        <p:spPr>
          <a:xfrm>
            <a:off x="9821333" y="0"/>
            <a:ext cx="2370667" cy="6858000"/>
          </a:xfrm>
          <a:prstGeom prst="rect">
            <a:avLst/>
          </a:prstGeom>
        </p:spPr>
      </p:pic>
      <p:sp>
        <p:nvSpPr>
          <p:cNvPr id="25" name="Date">
            <a:extLst>
              <a:ext uri="{FF2B5EF4-FFF2-40B4-BE49-F238E27FC236}">
                <a16:creationId xmlns:a16="http://schemas.microsoft.com/office/drawing/2014/main" id="{A7492D50-D618-9F40-B9F2-9B08441829B8}"/>
              </a:ext>
            </a:extLst>
          </p:cNvPr>
          <p:cNvSpPr>
            <a:spLocks noGrp="1"/>
          </p:cNvSpPr>
          <p:nvPr>
            <p:ph type="dt" sz="half" idx="10"/>
          </p:nvPr>
        </p:nvSpPr>
        <p:spPr>
          <a:xfrm>
            <a:off x="10154195" y="6202177"/>
            <a:ext cx="1020348" cy="323968"/>
          </a:xfrm>
        </p:spPr>
        <p:txBody>
          <a:bodyPr/>
          <a:lstStyle>
            <a:lvl1pPr>
              <a:defRPr>
                <a:solidFill>
                  <a:schemeClr val="accent4">
                    <a:alpha val="70000"/>
                  </a:schemeClr>
                </a:solidFill>
              </a:defRPr>
            </a:lvl1pPr>
          </a:lstStyle>
          <a:p>
            <a:fld id="{A93741BA-28B8-4A8A-B065-48AC2FFCCE2E}" type="datetime1">
              <a:rPr lang="en-US" smtClean="0"/>
              <a:t>1/14/2026</a:t>
            </a:fld>
            <a:endParaRPr lang="en-US" dirty="0"/>
          </a:p>
        </p:txBody>
      </p:sp>
      <p:cxnSp>
        <p:nvCxnSpPr>
          <p:cNvPr id="27" name="Line">
            <a:extLst>
              <a:ext uri="{FF2B5EF4-FFF2-40B4-BE49-F238E27FC236}">
                <a16:creationId xmlns:a16="http://schemas.microsoft.com/office/drawing/2014/main" id="{8F96F97C-D2D6-7949-BDC5-C0B91FB918BD}"/>
              </a:ext>
            </a:extLst>
          </p:cNvPr>
          <p:cNvCxnSpPr>
            <a:cxnSpLocks/>
          </p:cNvCxnSpPr>
          <p:nvPr/>
        </p:nvCxnSpPr>
        <p:spPr>
          <a:xfrm>
            <a:off x="11200667"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6" name="Slide Number">
            <a:extLst>
              <a:ext uri="{FF2B5EF4-FFF2-40B4-BE49-F238E27FC236}">
                <a16:creationId xmlns:a16="http://schemas.microsoft.com/office/drawing/2014/main" id="{8E13B548-F076-CF46-A887-15D7D4869738}"/>
              </a:ext>
            </a:extLst>
          </p:cNvPr>
          <p:cNvSpPr>
            <a:spLocks noGrp="1"/>
          </p:cNvSpPr>
          <p:nvPr>
            <p:ph type="sldNum" sz="quarter" idx="12"/>
          </p:nvPr>
        </p:nvSpPr>
        <p:spPr>
          <a:xfrm>
            <a:off x="11206124" y="6181281"/>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60" userDrawn="1">
          <p15:clr>
            <a:srgbClr val="FBAE40"/>
          </p15:clr>
        </p15:guide>
        <p15:guide id="4" pos="5952" userDrawn="1">
          <p15:clr>
            <a:srgbClr val="FBAE40"/>
          </p15:clr>
        </p15:guide>
        <p15:guide id="5" pos="6848" userDrawn="1">
          <p15:clr>
            <a:srgbClr val="FBAE40"/>
          </p15:clr>
        </p15:guide>
        <p15:guide id="6" orient="horz" pos="4080" userDrawn="1">
          <p15:clr>
            <a:srgbClr val="FBAE40"/>
          </p15:clr>
        </p15:guide>
        <p15:guide id="7" orient="horz" pos="1008" userDrawn="1">
          <p15:clr>
            <a:srgbClr val="FBAE40"/>
          </p15:clr>
        </p15:guide>
        <p15:guide id="8" orient="horz" pos="148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2"/>
        </a:solidFill>
        <a:effectLst/>
      </p:bgPr>
    </p:bg>
    <p:spTree>
      <p:nvGrpSpPr>
        <p:cNvPr id="1" name=""/>
        <p:cNvGrpSpPr/>
        <p:nvPr/>
      </p:nvGrpSpPr>
      <p:grpSpPr>
        <a:xfrm>
          <a:off x="0" y="0"/>
          <a:ext cx="0" cy="0"/>
          <a:chOff x="0" y="0"/>
          <a:chExt cx="0" cy="0"/>
        </a:xfrm>
      </p:grpSpPr>
      <p:sp>
        <p:nvSpPr>
          <p:cNvPr id="17" name="Gold Background">
            <a:extLst>
              <a:ext uri="{FF2B5EF4-FFF2-40B4-BE49-F238E27FC236}">
                <a16:creationId xmlns:a16="http://schemas.microsoft.com/office/drawing/2014/main" id="{F59025A6-822F-2D44-9F31-61A4A63F5CD3}"/>
              </a:ext>
            </a:extLst>
          </p:cNvPr>
          <p:cNvSpPr/>
          <p:nvPr/>
        </p:nvSpPr>
        <p:spPr>
          <a:xfrm>
            <a:off x="0" y="0"/>
            <a:ext cx="12192000" cy="6858000"/>
          </a:xfrm>
          <a:prstGeom prst="rect">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1935351" y="1557666"/>
            <a:ext cx="7334529" cy="854080"/>
          </a:xfrm>
          <a:prstGeom prst="rect">
            <a:avLst/>
          </a:prstGeom>
          <a:noFill/>
          <a:ln w="38100">
            <a:noFill/>
          </a:ln>
        </p:spPr>
        <p:txBody>
          <a:bodyPr wrap="square" lIns="0" tIns="0" rIns="0" bIns="0" anchor="t" anchorCtr="0">
            <a:spAutoFit/>
          </a:bodyPr>
          <a:lstStyle>
            <a:lvl1pPr algn="l">
              <a:defRPr sz="6000" b="1" i="1" spc="0">
                <a:solidFill>
                  <a:schemeClr val="bg1"/>
                </a:solidFill>
                <a:latin typeface="Acumin Pro ExtraCondensed" panose="020B0508020202020204" pitchFamily="34" charset="77"/>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1959575" y="2578488"/>
            <a:ext cx="6487002" cy="1024867"/>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Acumin Pro" panose="020B0504020202020204" pitchFamily="34" charset="77"/>
              </a:defRPr>
            </a:lvl1pPr>
          </a:lstStyle>
          <a:p>
            <a:pPr lvl="0"/>
            <a:r>
              <a:rPr lang="en-US" dirty="0"/>
              <a:t>Conclusion, call to action or contact information. </a:t>
            </a:r>
            <a:r>
              <a:rPr lang="en-US" dirty="0" err="1"/>
              <a:t>Acumin</a:t>
            </a:r>
            <a:r>
              <a:rPr lang="en-US" dirty="0"/>
              <a:t> Pro Reg 18 pt. Keep it short with bite-size chunks of information.</a:t>
            </a:r>
          </a:p>
        </p:txBody>
      </p:sp>
      <p:pic>
        <p:nvPicPr>
          <p:cNvPr id="11" name="Black Triangle">
            <a:extLst>
              <a:ext uri="{FF2B5EF4-FFF2-40B4-BE49-F238E27FC236}">
                <a16:creationId xmlns:a16="http://schemas.microsoft.com/office/drawing/2014/main" id="{904FC13A-FC75-1849-92C4-9C25AD10CCBD}"/>
              </a:ext>
            </a:extLst>
          </p:cNvPr>
          <p:cNvPicPr>
            <a:picLocks noChangeAspect="1"/>
          </p:cNvPicPr>
          <p:nvPr userDrawn="1"/>
        </p:nvPicPr>
        <p:blipFill>
          <a:blip r:embed="rId2"/>
          <a:stretch>
            <a:fillRect/>
          </a:stretch>
        </p:blipFill>
        <p:spPr>
          <a:xfrm>
            <a:off x="9956800" y="0"/>
            <a:ext cx="2235200" cy="6858000"/>
          </a:xfrm>
          <a:prstGeom prst="rect">
            <a:avLst/>
          </a:prstGeom>
        </p:spPr>
      </p:pic>
      <p:sp>
        <p:nvSpPr>
          <p:cNvPr id="22" name="Date">
            <a:extLst>
              <a:ext uri="{FF2B5EF4-FFF2-40B4-BE49-F238E27FC236}">
                <a16:creationId xmlns:a16="http://schemas.microsoft.com/office/drawing/2014/main" id="{F8CD2E15-DFA2-0F4C-8839-A9AD4504A2B8}"/>
              </a:ext>
            </a:extLst>
          </p:cNvPr>
          <p:cNvSpPr>
            <a:spLocks noGrp="1"/>
          </p:cNvSpPr>
          <p:nvPr>
            <p:ph type="dt" sz="half" idx="10"/>
          </p:nvPr>
        </p:nvSpPr>
        <p:spPr>
          <a:xfrm>
            <a:off x="10084526" y="6202177"/>
            <a:ext cx="1090017" cy="323968"/>
          </a:xfrm>
        </p:spPr>
        <p:txBody>
          <a:bodyPr/>
          <a:lstStyle>
            <a:lvl1pPr>
              <a:defRPr>
                <a:solidFill>
                  <a:schemeClr val="accent4">
                    <a:alpha val="70000"/>
                  </a:schemeClr>
                </a:solidFill>
              </a:defRPr>
            </a:lvl1pPr>
          </a:lstStyle>
          <a:p>
            <a:fld id="{16A47917-40A9-4859-903B-3A28AA2A4570}" type="datetime1">
              <a:rPr lang="en-US" smtClean="0"/>
              <a:t>1/14/2026</a:t>
            </a:fld>
            <a:endParaRPr lang="en-US" dirty="0"/>
          </a:p>
        </p:txBody>
      </p:sp>
      <p:cxnSp>
        <p:nvCxnSpPr>
          <p:cNvPr id="25" name="Line">
            <a:extLst>
              <a:ext uri="{FF2B5EF4-FFF2-40B4-BE49-F238E27FC236}">
                <a16:creationId xmlns:a16="http://schemas.microsoft.com/office/drawing/2014/main" id="{A45DD0F1-B8FD-0047-817A-E2982F127A6A}"/>
              </a:ext>
            </a:extLst>
          </p:cNvPr>
          <p:cNvCxnSpPr>
            <a:cxnSpLocks/>
          </p:cNvCxnSpPr>
          <p:nvPr/>
        </p:nvCxnSpPr>
        <p:spPr>
          <a:xfrm>
            <a:off x="11200667" y="6270568"/>
            <a:ext cx="0" cy="16002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23" name="Slide Number">
            <a:extLst>
              <a:ext uri="{FF2B5EF4-FFF2-40B4-BE49-F238E27FC236}">
                <a16:creationId xmlns:a16="http://schemas.microsoft.com/office/drawing/2014/main" id="{ACFC5D5C-1C9B-F148-A910-72ADDA93ABF0}"/>
              </a:ext>
            </a:extLst>
          </p:cNvPr>
          <p:cNvSpPr>
            <a:spLocks noGrp="1"/>
          </p:cNvSpPr>
          <p:nvPr>
            <p:ph type="sldNum" sz="quarter" idx="12"/>
          </p:nvPr>
        </p:nvSpPr>
        <p:spPr>
          <a:xfrm>
            <a:off x="11206124" y="6181281"/>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3960" userDrawn="1">
          <p15:clr>
            <a:srgbClr val="FBAE40"/>
          </p15:clr>
        </p15:guide>
        <p15:guide id="4" pos="5952" userDrawn="1">
          <p15:clr>
            <a:srgbClr val="FBAE40"/>
          </p15:clr>
        </p15:guide>
        <p15:guide id="5" pos="6848" userDrawn="1">
          <p15:clr>
            <a:srgbClr val="FBAE40"/>
          </p15:clr>
        </p15:guide>
        <p15:guide id="6" orient="horz" pos="4080" userDrawn="1">
          <p15:clr>
            <a:srgbClr val="FBAE40"/>
          </p15:clr>
        </p15:guide>
        <p15:guide id="7" pos="928" userDrawn="1">
          <p15:clr>
            <a:srgbClr val="FBAE40"/>
          </p15:clr>
        </p15:guide>
        <p15:guide id="8" pos="1224"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141394" y="964692"/>
            <a:ext cx="7917007"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41394" y="2638046"/>
            <a:ext cx="7917007" cy="310198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154195" y="6202177"/>
            <a:ext cx="1020348" cy="323968"/>
          </a:xfrm>
          <a:prstGeom prst="rect">
            <a:avLst/>
          </a:prstGeom>
        </p:spPr>
        <p:txBody>
          <a:bodyPr vert="horz" lIns="91440" tIns="45720" rIns="91440" bIns="45720" rtlCol="0" anchor="ctr"/>
          <a:lstStyle>
            <a:lvl1pPr algn="r">
              <a:defRPr sz="1000" b="0" i="0">
                <a:solidFill>
                  <a:schemeClr val="bg1">
                    <a:alpha val="70000"/>
                  </a:schemeClr>
                </a:solidFill>
                <a:latin typeface="Acumin Pro" panose="020B0504020202020204" pitchFamily="34" charset="77"/>
              </a:defRPr>
            </a:lvl1pPr>
          </a:lstStyle>
          <a:p>
            <a:fld id="{EE1F2520-C53E-45C0-BD81-70858ED94E84}" type="datetime1">
              <a:rPr lang="en-US" smtClean="0"/>
              <a:t>1/14/2026</a:t>
            </a:fld>
            <a:endParaRPr lang="en-US" dirty="0"/>
          </a:p>
        </p:txBody>
      </p:sp>
      <p:sp>
        <p:nvSpPr>
          <p:cNvPr id="5" name="Footer Placeholder 4"/>
          <p:cNvSpPr>
            <a:spLocks noGrp="1"/>
          </p:cNvSpPr>
          <p:nvPr>
            <p:ph type="ftr" sz="quarter" idx="3"/>
          </p:nvPr>
        </p:nvSpPr>
        <p:spPr>
          <a:xfrm>
            <a:off x="1137845" y="6219163"/>
            <a:ext cx="6075552"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1299112" y="6181281"/>
            <a:ext cx="487680" cy="365760"/>
          </a:xfrm>
          <a:prstGeom prst="ellipse">
            <a:avLst/>
          </a:prstGeom>
          <a:noFill/>
        </p:spPr>
        <p:txBody>
          <a:bodyPr vert="horz" lIns="18288" tIns="45720" rIns="18288" bIns="45720" rtlCol="0" anchor="ctr">
            <a:noAutofit/>
          </a:bodyPr>
          <a:lstStyle>
            <a:lvl1pPr algn="ctr">
              <a:defRPr sz="1000" b="1" i="0" spc="0" baseline="0">
                <a:solidFill>
                  <a:schemeClr val="bg1"/>
                </a:solidFill>
                <a:latin typeface="Acumin Pro Semibold" panose="020B0504020202020204" pitchFamily="34" charset="77"/>
              </a:defRPr>
            </a:lvl1pPr>
          </a:lstStyle>
          <a:p>
            <a:fld id="{8A7A6979-0714-4377-B894-6BE4C2D6E202}" type="slidenum">
              <a:rPr lang="en-US" smtClean="0"/>
              <a:pPr/>
              <a:t>‹#›</a:t>
            </a:fld>
            <a:endParaRPr lang="en-US" dirty="0"/>
          </a:p>
        </p:txBody>
      </p:sp>
      <p:cxnSp>
        <p:nvCxnSpPr>
          <p:cNvPr id="16" name="Straight Connector 15">
            <a:extLst>
              <a:ext uri="{FF2B5EF4-FFF2-40B4-BE49-F238E27FC236}">
                <a16:creationId xmlns:a16="http://schemas.microsoft.com/office/drawing/2014/main" id="{8DFF833F-712C-324A-8187-5455C581BDBA}"/>
              </a:ext>
            </a:extLst>
          </p:cNvPr>
          <p:cNvCxnSpPr>
            <a:cxnSpLocks/>
          </p:cNvCxnSpPr>
          <p:nvPr/>
        </p:nvCxnSpPr>
        <p:spPr>
          <a:xfrm>
            <a:off x="11200667" y="6270568"/>
            <a:ext cx="0" cy="1600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5" r:id="rId1"/>
    <p:sldLayoutId id="2147483709" r:id="rId2"/>
    <p:sldLayoutId id="2147483720" r:id="rId3"/>
    <p:sldLayoutId id="2147483721" r:id="rId4"/>
    <p:sldLayoutId id="2147483722" r:id="rId5"/>
    <p:sldLayoutId id="2147483723" r:id="rId6"/>
    <p:sldLayoutId id="2147483724" r:id="rId7"/>
  </p:sldLayoutIdLst>
  <p:hf hdr="0" ftr="0" dt="0"/>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orient="horz" pos="4056" userDrawn="1">
          <p15:clr>
            <a:srgbClr val="F26B43"/>
          </p15:clr>
        </p15:guide>
        <p15:guide id="4" orient="horz" pos="39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C6DAED2-C73D-2443-84E6-FD89A1066655}"/>
              </a:ext>
            </a:extLst>
          </p:cNvPr>
          <p:cNvSpPr>
            <a:spLocks noGrp="1"/>
          </p:cNvSpPr>
          <p:nvPr>
            <p:ph type="ctrTitle"/>
          </p:nvPr>
        </p:nvSpPr>
        <p:spPr>
          <a:xfrm>
            <a:off x="0" y="1626244"/>
            <a:ext cx="12192000" cy="752835"/>
          </a:xfrm>
        </p:spPr>
        <p:txBody>
          <a:bodyPr/>
          <a:lstStyle/>
          <a:p>
            <a:pPr algn="ctr"/>
            <a:r>
              <a:rPr lang="en-US" dirty="0">
                <a:solidFill>
                  <a:schemeClr val="bg2">
                    <a:lumMod val="20000"/>
                    <a:lumOff val="80000"/>
                  </a:schemeClr>
                </a:solidFill>
              </a:rPr>
              <a:t>Pikoqube software overview</a:t>
            </a:r>
          </a:p>
        </p:txBody>
      </p:sp>
      <p:sp>
        <p:nvSpPr>
          <p:cNvPr id="3" name="Subtitle">
            <a:extLst>
              <a:ext uri="{FF2B5EF4-FFF2-40B4-BE49-F238E27FC236}">
                <a16:creationId xmlns:a16="http://schemas.microsoft.com/office/drawing/2014/main" id="{4021E30B-3F73-3D4B-B22E-DFCD13F0982C}"/>
              </a:ext>
            </a:extLst>
          </p:cNvPr>
          <p:cNvSpPr>
            <a:spLocks noGrp="1"/>
          </p:cNvSpPr>
          <p:nvPr>
            <p:ph type="subTitle" idx="1"/>
          </p:nvPr>
        </p:nvSpPr>
        <p:spPr>
          <a:xfrm>
            <a:off x="0" y="3990085"/>
            <a:ext cx="12192000" cy="338554"/>
          </a:xfrm>
        </p:spPr>
        <p:txBody>
          <a:bodyPr/>
          <a:lstStyle/>
          <a:p>
            <a:pPr algn="ctr"/>
            <a:r>
              <a:rPr lang="en-US" dirty="0">
                <a:solidFill>
                  <a:schemeClr val="bg2">
                    <a:lumMod val="20000"/>
                    <a:lumOff val="80000"/>
                  </a:schemeClr>
                </a:solidFill>
              </a:rPr>
              <a:t>Sameer Rawal</a:t>
            </a:r>
          </a:p>
        </p:txBody>
      </p:sp>
      <p:sp>
        <p:nvSpPr>
          <p:cNvPr id="5" name="Slide Number">
            <a:extLst>
              <a:ext uri="{FF2B5EF4-FFF2-40B4-BE49-F238E27FC236}">
                <a16:creationId xmlns:a16="http://schemas.microsoft.com/office/drawing/2014/main" id="{BC6C36F4-D49A-904E-968D-C3A9784ABFE4}"/>
              </a:ext>
            </a:extLst>
          </p:cNvPr>
          <p:cNvSpPr>
            <a:spLocks noGrp="1"/>
          </p:cNvSpPr>
          <p:nvPr>
            <p:ph type="sldNum" sz="quarter" idx="12"/>
          </p:nvPr>
        </p:nvSpPr>
        <p:spPr>
          <a:xfrm>
            <a:off x="11213873" y="6181281"/>
            <a:ext cx="487680" cy="365760"/>
          </a:xfrm>
        </p:spPr>
        <p:txBody>
          <a:bodyPr/>
          <a:lstStyle/>
          <a:p>
            <a:fld id="{8A7A6979-0714-4377-B894-6BE4C2D6E202}" type="slidenum">
              <a:rPr lang="en-US" smtClean="0"/>
              <a:pPr/>
              <a:t>1</a:t>
            </a:fld>
            <a:endParaRPr lang="en-US" dirty="0"/>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3143605"/>
            <a:ext cx="4207987" cy="3714395"/>
          </a:xfrm>
          <a:prstGeom prst="rect">
            <a:avLst/>
          </a:prstGeom>
        </p:spPr>
      </p:pic>
      <p:sp>
        <p:nvSpPr>
          <p:cNvPr id="8" name="Subtitle">
            <a:extLst>
              <a:ext uri="{FF2B5EF4-FFF2-40B4-BE49-F238E27FC236}">
                <a16:creationId xmlns:a16="http://schemas.microsoft.com/office/drawing/2014/main" id="{4021E30B-3F73-3D4B-B22E-DFCD13F0982C}"/>
              </a:ext>
            </a:extLst>
          </p:cNvPr>
          <p:cNvSpPr txBox="1">
            <a:spLocks/>
          </p:cNvSpPr>
          <p:nvPr/>
        </p:nvSpPr>
        <p:spPr>
          <a:xfrm>
            <a:off x="0" y="5555739"/>
            <a:ext cx="12192000" cy="246221"/>
          </a:xfrm>
          <a:prstGeom prst="rect">
            <a:avLst/>
          </a:prstGeom>
          <a:noFill/>
        </p:spPr>
        <p:txBody>
          <a:bodyPr vert="horz" wrap="square" lIns="0" tIns="0" rIns="0" bIns="0" rtlCol="0" anchor="t" anchorCtr="0">
            <a:spAutoFit/>
          </a:bodyPr>
          <a:lstStyle>
            <a:lvl1pPr marL="0" indent="0" algn="l" defTabSz="914400" rtl="0" eaLnBrk="1" latinLnBrk="0" hangingPunct="1">
              <a:lnSpc>
                <a:spcPct val="100000"/>
              </a:lnSpc>
              <a:spcBef>
                <a:spcPts val="1000"/>
              </a:spcBef>
              <a:buClr>
                <a:schemeClr val="accent2"/>
              </a:buClr>
              <a:buFont typeface="Arial" panose="020B0604020202020204" pitchFamily="34" charset="0"/>
              <a:buNone/>
              <a:defRPr sz="2200" b="1" i="0" kern="1200">
                <a:solidFill>
                  <a:schemeClr val="accent2"/>
                </a:solidFill>
                <a:latin typeface="Acumin Pro SemiCondensed" panose="020B0506020202020204" pitchFamily="34" charset="77"/>
                <a:ea typeface="+mn-ea"/>
                <a:cs typeface="+mn-cs"/>
              </a:defRPr>
            </a:lvl1pPr>
            <a:lvl2pPr marL="457200" indent="0" algn="ctr" defTabSz="914400" rtl="0" eaLnBrk="1" latinLnBrk="0" hangingPunct="1">
              <a:lnSpc>
                <a:spcPct val="100000"/>
              </a:lnSpc>
              <a:spcBef>
                <a:spcPts val="1000"/>
              </a:spcBef>
              <a:buClr>
                <a:schemeClr val="accent2"/>
              </a:buClr>
              <a:buFont typeface="Arial" panose="020B0604020202020204" pitchFamily="34" charset="0"/>
              <a:buNone/>
              <a:defRPr sz="1900" kern="1200">
                <a:solidFill>
                  <a:schemeClr val="tx1">
                    <a:lumMod val="85000"/>
                    <a:lumOff val="15000"/>
                  </a:schemeClr>
                </a:solidFill>
                <a:latin typeface="+mn-lt"/>
                <a:ea typeface="+mn-ea"/>
                <a:cs typeface="+mn-cs"/>
              </a:defRPr>
            </a:lvl2pPr>
            <a:lvl3pPr marL="914400" indent="0" algn="ctr" defTabSz="914400" rtl="0" eaLnBrk="1" latinLnBrk="0" hangingPunct="1">
              <a:lnSpc>
                <a:spcPct val="100000"/>
              </a:lnSpc>
              <a:spcBef>
                <a:spcPts val="1000"/>
              </a:spcBef>
              <a:buClr>
                <a:schemeClr val="accent2"/>
              </a:buClr>
              <a:buFont typeface="Arial" panose="020B0604020202020204" pitchFamily="34" charset="0"/>
              <a:buNone/>
              <a:defRPr sz="1800" kern="1200">
                <a:solidFill>
                  <a:schemeClr val="tx1">
                    <a:lumMod val="85000"/>
                    <a:lumOff val="15000"/>
                  </a:schemeClr>
                </a:solidFill>
                <a:latin typeface="+mn-lt"/>
                <a:ea typeface="+mn-ea"/>
                <a:cs typeface="+mn-cs"/>
              </a:defRPr>
            </a:lvl3pPr>
            <a:lvl4pPr marL="13716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4pPr>
            <a:lvl5pPr marL="18288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lumMod val="85000"/>
                    <a:lumOff val="15000"/>
                  </a:schemeClr>
                </a:solidFill>
                <a:latin typeface="+mn-lt"/>
                <a:ea typeface="+mn-ea"/>
                <a:cs typeface="+mn-cs"/>
              </a:defRPr>
            </a:lvl5pPr>
            <a:lvl6pPr marL="22860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00000"/>
              </a:lnSpc>
              <a:spcBef>
                <a:spcPts val="1000"/>
              </a:spcBef>
              <a:buClr>
                <a:schemeClr val="accent2"/>
              </a:buClr>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8pPr>
            <a:lvl9pPr marL="3657600" indent="0" algn="ctr" defTabSz="914400" rtl="0" eaLnBrk="1" latinLnBrk="0" hangingPunct="1">
              <a:lnSpc>
                <a:spcPct val="100000"/>
              </a:lnSpc>
              <a:spcBef>
                <a:spcPts val="1000"/>
              </a:spcBef>
              <a:buClr>
                <a:schemeClr val="accent2"/>
              </a:buClr>
              <a:buFont typeface="Arial" panose="020B0604020202020204" pitchFamily="34" charset="0"/>
              <a:buNone/>
              <a:defRPr sz="1600" kern="1200" baseline="0">
                <a:solidFill>
                  <a:schemeClr val="tx1"/>
                </a:solidFill>
                <a:latin typeface="+mn-lt"/>
                <a:ea typeface="+mn-ea"/>
                <a:cs typeface="+mn-cs"/>
              </a:defRPr>
            </a:lvl9pPr>
          </a:lstStyle>
          <a:p>
            <a:pPr algn="ctr"/>
            <a:r>
              <a:rPr lang="en-US" sz="1600" b="0" dirty="0">
                <a:solidFill>
                  <a:schemeClr val="bg2">
                    <a:lumMod val="20000"/>
                    <a:lumOff val="80000"/>
                  </a:schemeClr>
                </a:solidFill>
              </a:rPr>
              <a:t>ORION SPACE PVT. LTD.</a:t>
            </a:r>
          </a:p>
        </p:txBody>
      </p:sp>
      <p:pic>
        <p:nvPicPr>
          <p:cNvPr id="9" name="Picture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93956" y="5291152"/>
            <a:ext cx="1839834" cy="890129"/>
          </a:xfrm>
          <a:prstGeom prst="rect">
            <a:avLst/>
          </a:prstGeom>
        </p:spPr>
      </p:pic>
    </p:spTree>
    <p:extLst>
      <p:ext uri="{BB962C8B-B14F-4D97-AF65-F5344CB8AC3E}">
        <p14:creationId xmlns:p14="http://schemas.microsoft.com/office/powerpoint/2010/main" val="2664743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EC9B9-10C9-9B02-04AB-30AEFCD6E3A2}"/>
              </a:ext>
            </a:extLst>
          </p:cNvPr>
          <p:cNvSpPr>
            <a:spLocks noGrp="1"/>
          </p:cNvSpPr>
          <p:nvPr>
            <p:ph type="ctrTitle"/>
          </p:nvPr>
        </p:nvSpPr>
        <p:spPr/>
        <p:txBody>
          <a:bodyPr/>
          <a:lstStyle/>
          <a:p>
            <a:r>
              <a:rPr lang="en-US" dirty="0"/>
              <a:t>Pikoqube Software Overview</a:t>
            </a:r>
          </a:p>
        </p:txBody>
      </p:sp>
      <p:sp>
        <p:nvSpPr>
          <p:cNvPr id="3" name="Subtitle 2">
            <a:extLst>
              <a:ext uri="{FF2B5EF4-FFF2-40B4-BE49-F238E27FC236}">
                <a16:creationId xmlns:a16="http://schemas.microsoft.com/office/drawing/2014/main" id="{10ECD254-3903-9F63-6CD6-7CC9276689D1}"/>
              </a:ext>
            </a:extLst>
          </p:cNvPr>
          <p:cNvSpPr>
            <a:spLocks noGrp="1"/>
          </p:cNvSpPr>
          <p:nvPr>
            <p:ph type="subTitle" idx="1"/>
          </p:nvPr>
        </p:nvSpPr>
        <p:spPr/>
        <p:txBody>
          <a:bodyPr/>
          <a:lstStyle/>
          <a:p>
            <a:r>
              <a:rPr lang="en-US" dirty="0">
                <a:solidFill>
                  <a:schemeClr val="bg1"/>
                </a:solidFill>
              </a:rPr>
              <a:t>PikoQube Flight Software (FSW)</a:t>
            </a:r>
          </a:p>
        </p:txBody>
      </p:sp>
      <p:sp>
        <p:nvSpPr>
          <p:cNvPr id="4" name="Text Placeholder 3">
            <a:extLst>
              <a:ext uri="{FF2B5EF4-FFF2-40B4-BE49-F238E27FC236}">
                <a16:creationId xmlns:a16="http://schemas.microsoft.com/office/drawing/2014/main" id="{CAE9FC26-A783-CFE4-01EF-484E5E7C249F}"/>
              </a:ext>
            </a:extLst>
          </p:cNvPr>
          <p:cNvSpPr>
            <a:spLocks noGrp="1"/>
          </p:cNvSpPr>
          <p:nvPr>
            <p:ph type="body" sz="quarter" idx="14"/>
          </p:nvPr>
        </p:nvSpPr>
        <p:spPr>
          <a:xfrm>
            <a:off x="1043553" y="2091739"/>
            <a:ext cx="5536541" cy="4089541"/>
          </a:xfrm>
        </p:spPr>
        <p:txBody>
          <a:bodyPr>
            <a:normAutofit fontScale="92500" lnSpcReduction="20000"/>
          </a:bodyPr>
          <a:lstStyle/>
          <a:p>
            <a:r>
              <a:rPr lang="en-US" b="1" dirty="0"/>
              <a:t>The Satellite's "Brain": </a:t>
            </a:r>
            <a:r>
              <a:rPr lang="en-US" dirty="0"/>
              <a:t>Flight software is the onboard operating system that autonomously manages the satellite's health, coordinates sensor data, and executes ground commands without human intervention.</a:t>
            </a:r>
          </a:p>
          <a:p>
            <a:endParaRPr lang="en-US" dirty="0"/>
          </a:p>
          <a:p>
            <a:r>
              <a:rPr lang="en-US" b="1" dirty="0"/>
              <a:t>Autonomous Power Management: </a:t>
            </a:r>
            <a:r>
              <a:rPr lang="en-US" dirty="0"/>
              <a:t>Dynamically switches between Normal, Low Power, and Critical modes based on battery voltage to prioritize mission survival.</a:t>
            </a:r>
          </a:p>
          <a:p>
            <a:endParaRPr lang="en-US" dirty="0"/>
          </a:p>
          <a:p>
            <a:r>
              <a:rPr lang="en-US" b="1" dirty="0"/>
              <a:t>Dual-Link Telemetry: </a:t>
            </a:r>
            <a:r>
              <a:rPr lang="en-US" dirty="0"/>
              <a:t>Combines high-speed GFSK binary data for detailed science logging with ultra-resilient Morse Code beacons for emergency tracking.</a:t>
            </a:r>
          </a:p>
          <a:p>
            <a:endParaRPr lang="en-US" dirty="0"/>
          </a:p>
          <a:p>
            <a:r>
              <a:rPr lang="en-US" b="1" dirty="0"/>
              <a:t>Mission-Critical Fail-Safes: </a:t>
            </a:r>
            <a:r>
              <a:rPr lang="en-US" dirty="0"/>
              <a:t>Features an external Watchdog timer and non-volatile FRAM memory to ensure the system recovers and retains data after radiation-induced reboots.</a:t>
            </a:r>
          </a:p>
        </p:txBody>
      </p:sp>
      <p:sp>
        <p:nvSpPr>
          <p:cNvPr id="5" name="Slide Number Placeholder 4">
            <a:extLst>
              <a:ext uri="{FF2B5EF4-FFF2-40B4-BE49-F238E27FC236}">
                <a16:creationId xmlns:a16="http://schemas.microsoft.com/office/drawing/2014/main" id="{FCDB6CC3-8170-702F-1CD9-34C493F6D5BA}"/>
              </a:ext>
            </a:extLst>
          </p:cNvPr>
          <p:cNvSpPr>
            <a:spLocks noGrp="1"/>
          </p:cNvSpPr>
          <p:nvPr>
            <p:ph type="sldNum" sz="quarter" idx="4"/>
          </p:nvPr>
        </p:nvSpPr>
        <p:spPr/>
        <p:txBody>
          <a:bodyPr/>
          <a:lstStyle/>
          <a:p>
            <a:fld id="{8A7A6979-0714-4377-B894-6BE4C2D6E202}" type="slidenum">
              <a:rPr lang="en-US" smtClean="0"/>
              <a:pPr/>
              <a:t>2</a:t>
            </a:fld>
            <a:endParaRPr lang="en-US" dirty="0"/>
          </a:p>
        </p:txBody>
      </p:sp>
      <p:pic>
        <p:nvPicPr>
          <p:cNvPr id="8" name="Picture 7">
            <a:extLst>
              <a:ext uri="{FF2B5EF4-FFF2-40B4-BE49-F238E27FC236}">
                <a16:creationId xmlns:a16="http://schemas.microsoft.com/office/drawing/2014/main" id="{A1E8CD81-48E5-9C62-86D5-954232865961}"/>
              </a:ext>
            </a:extLst>
          </p:cNvPr>
          <p:cNvPicPr>
            <a:picLocks noChangeAspect="1"/>
          </p:cNvPicPr>
          <p:nvPr/>
        </p:nvPicPr>
        <p:blipFill>
          <a:blip r:embed="rId2"/>
          <a:srcRect t="25679" b="12428"/>
          <a:stretch>
            <a:fillRect/>
          </a:stretch>
        </p:blipFill>
        <p:spPr>
          <a:xfrm>
            <a:off x="6965577" y="2723327"/>
            <a:ext cx="4177553" cy="1939209"/>
          </a:xfrm>
          <a:prstGeom prst="rect">
            <a:avLst/>
          </a:prstGeom>
        </p:spPr>
      </p:pic>
    </p:spTree>
    <p:extLst>
      <p:ext uri="{BB962C8B-B14F-4D97-AF65-F5344CB8AC3E}">
        <p14:creationId xmlns:p14="http://schemas.microsoft.com/office/powerpoint/2010/main" val="32887853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CA84F-E2AF-FB9D-A664-748F0945BAEF}"/>
              </a:ext>
            </a:extLst>
          </p:cNvPr>
          <p:cNvSpPr>
            <a:spLocks noGrp="1"/>
          </p:cNvSpPr>
          <p:nvPr>
            <p:ph type="ctrTitle"/>
          </p:nvPr>
        </p:nvSpPr>
        <p:spPr/>
        <p:txBody>
          <a:bodyPr/>
          <a:lstStyle/>
          <a:p>
            <a:r>
              <a:rPr lang="en-US" dirty="0"/>
              <a:t>Pikoqube Software Overview</a:t>
            </a:r>
          </a:p>
        </p:txBody>
      </p:sp>
      <p:sp>
        <p:nvSpPr>
          <p:cNvPr id="3" name="Subtitle 2">
            <a:extLst>
              <a:ext uri="{FF2B5EF4-FFF2-40B4-BE49-F238E27FC236}">
                <a16:creationId xmlns:a16="http://schemas.microsoft.com/office/drawing/2014/main" id="{A351434C-BE9A-F6E7-209F-478DE6FEE555}"/>
              </a:ext>
            </a:extLst>
          </p:cNvPr>
          <p:cNvSpPr>
            <a:spLocks noGrp="1"/>
          </p:cNvSpPr>
          <p:nvPr>
            <p:ph type="subTitle" idx="1"/>
          </p:nvPr>
        </p:nvSpPr>
        <p:spPr/>
        <p:txBody>
          <a:bodyPr/>
          <a:lstStyle/>
          <a:p>
            <a:r>
              <a:rPr lang="en-US" dirty="0">
                <a:solidFill>
                  <a:schemeClr val="bg1"/>
                </a:solidFill>
              </a:rPr>
              <a:t>1. Short Intro</a:t>
            </a:r>
          </a:p>
        </p:txBody>
      </p:sp>
      <p:sp>
        <p:nvSpPr>
          <p:cNvPr id="4" name="Text Placeholder 3">
            <a:extLst>
              <a:ext uri="{FF2B5EF4-FFF2-40B4-BE49-F238E27FC236}">
                <a16:creationId xmlns:a16="http://schemas.microsoft.com/office/drawing/2014/main" id="{8EE00E63-3A48-F34F-0ACC-1D7A47C6C34F}"/>
              </a:ext>
            </a:extLst>
          </p:cNvPr>
          <p:cNvSpPr>
            <a:spLocks noGrp="1"/>
          </p:cNvSpPr>
          <p:nvPr>
            <p:ph type="body" sz="quarter" idx="14"/>
          </p:nvPr>
        </p:nvSpPr>
        <p:spPr>
          <a:xfrm>
            <a:off x="1324835" y="2076811"/>
            <a:ext cx="7366000" cy="3411537"/>
          </a:xfrm>
        </p:spPr>
        <p:txBody>
          <a:bodyPr/>
          <a:lstStyle/>
          <a:p>
            <a:pPr marL="0" indent="0">
              <a:buNone/>
            </a:pPr>
            <a:r>
              <a:rPr lang="en-US" dirty="0"/>
              <a:t>• Identifies the project as flight software</a:t>
            </a:r>
            <a:br>
              <a:rPr lang="en-US" dirty="0"/>
            </a:br>
            <a:r>
              <a:rPr lang="en-US" dirty="0"/>
              <a:t>• Describes overall responsibilities</a:t>
            </a:r>
            <a:br>
              <a:rPr lang="en-US" dirty="0"/>
            </a:br>
            <a:r>
              <a:rPr lang="en-US" dirty="0"/>
              <a:t>• Sets professional documentation style</a:t>
            </a:r>
            <a:br>
              <a:rPr lang="en-US" dirty="0"/>
            </a:br>
            <a:r>
              <a:rPr lang="en-US" dirty="0"/>
              <a:t>• Defines mission scope</a:t>
            </a:r>
          </a:p>
        </p:txBody>
      </p:sp>
      <p:sp>
        <p:nvSpPr>
          <p:cNvPr id="5" name="Slide Number Placeholder 4">
            <a:extLst>
              <a:ext uri="{FF2B5EF4-FFF2-40B4-BE49-F238E27FC236}">
                <a16:creationId xmlns:a16="http://schemas.microsoft.com/office/drawing/2014/main" id="{5738CC0E-0651-D2A6-1EBF-78DAA2BE0817}"/>
              </a:ext>
            </a:extLst>
          </p:cNvPr>
          <p:cNvSpPr>
            <a:spLocks noGrp="1"/>
          </p:cNvSpPr>
          <p:nvPr>
            <p:ph type="sldNum" sz="quarter" idx="4"/>
          </p:nvPr>
        </p:nvSpPr>
        <p:spPr/>
        <p:txBody>
          <a:bodyPr/>
          <a:lstStyle/>
          <a:p>
            <a:fld id="{8A7A6979-0714-4377-B894-6BE4C2D6E202}" type="slidenum">
              <a:rPr lang="en-US" smtClean="0"/>
              <a:pPr/>
              <a:t>3</a:t>
            </a:fld>
            <a:endParaRPr lang="en-US" dirty="0"/>
          </a:p>
        </p:txBody>
      </p:sp>
      <p:pic>
        <p:nvPicPr>
          <p:cNvPr id="7" name="Picture 6">
            <a:extLst>
              <a:ext uri="{FF2B5EF4-FFF2-40B4-BE49-F238E27FC236}">
                <a16:creationId xmlns:a16="http://schemas.microsoft.com/office/drawing/2014/main" id="{4C368E27-4ED5-BAD3-A833-739E6B5F7226}"/>
              </a:ext>
            </a:extLst>
          </p:cNvPr>
          <p:cNvPicPr>
            <a:picLocks noChangeAspect="1"/>
          </p:cNvPicPr>
          <p:nvPr/>
        </p:nvPicPr>
        <p:blipFill>
          <a:blip r:embed="rId2"/>
          <a:stretch>
            <a:fillRect/>
          </a:stretch>
        </p:blipFill>
        <p:spPr>
          <a:xfrm>
            <a:off x="6016454" y="1904868"/>
            <a:ext cx="5189670" cy="1524132"/>
          </a:xfrm>
          <a:prstGeom prst="rect">
            <a:avLst/>
          </a:prstGeom>
        </p:spPr>
      </p:pic>
    </p:spTree>
    <p:extLst>
      <p:ext uri="{BB962C8B-B14F-4D97-AF65-F5344CB8AC3E}">
        <p14:creationId xmlns:p14="http://schemas.microsoft.com/office/powerpoint/2010/main" val="941980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D0A7A7C-9250-C2E0-5107-867DB327114A}"/>
              </a:ext>
            </a:extLst>
          </p:cNvPr>
          <p:cNvSpPr>
            <a:spLocks noGrp="1"/>
          </p:cNvSpPr>
          <p:nvPr>
            <p:ph type="subTitle" idx="1"/>
          </p:nvPr>
        </p:nvSpPr>
        <p:spPr/>
        <p:txBody>
          <a:bodyPr/>
          <a:lstStyle/>
          <a:p>
            <a:r>
              <a:rPr lang="en-US" dirty="0">
                <a:solidFill>
                  <a:schemeClr val="bg1"/>
                </a:solidFill>
              </a:rPr>
              <a:t>2. Libraries and Hardware Support</a:t>
            </a:r>
          </a:p>
        </p:txBody>
      </p:sp>
      <p:sp>
        <p:nvSpPr>
          <p:cNvPr id="4" name="Text Placeholder 3">
            <a:extLst>
              <a:ext uri="{FF2B5EF4-FFF2-40B4-BE49-F238E27FC236}">
                <a16:creationId xmlns:a16="http://schemas.microsoft.com/office/drawing/2014/main" id="{90EE7AA5-E114-EAD4-4536-967748F0C327}"/>
              </a:ext>
            </a:extLst>
          </p:cNvPr>
          <p:cNvSpPr>
            <a:spLocks noGrp="1"/>
          </p:cNvSpPr>
          <p:nvPr>
            <p:ph type="body" sz="quarter" idx="14"/>
          </p:nvPr>
        </p:nvSpPr>
        <p:spPr>
          <a:xfrm>
            <a:off x="1314857" y="1954390"/>
            <a:ext cx="7366000" cy="3411537"/>
          </a:xfrm>
        </p:spPr>
        <p:txBody>
          <a:bodyPr/>
          <a:lstStyle/>
          <a:p>
            <a:pPr marL="0" indent="0">
              <a:buNone/>
            </a:pPr>
            <a:r>
              <a:rPr lang="en-US" dirty="0"/>
              <a:t>• Imports communication libraries (I2C, SPI, USART)</a:t>
            </a:r>
            <a:br>
              <a:rPr lang="en-US" dirty="0"/>
            </a:br>
            <a:r>
              <a:rPr lang="en-US" dirty="0"/>
              <a:t>• Imports sensor drivers</a:t>
            </a:r>
            <a:br>
              <a:rPr lang="en-US" dirty="0"/>
            </a:br>
            <a:r>
              <a:rPr lang="en-US" dirty="0"/>
              <a:t>• Imports radio driver</a:t>
            </a:r>
            <a:br>
              <a:rPr lang="en-US" dirty="0"/>
            </a:br>
            <a:r>
              <a:rPr lang="en-US" dirty="0"/>
              <a:t>• Imports low-power and watchdog support</a:t>
            </a:r>
            <a:br>
              <a:rPr lang="en-US" dirty="0"/>
            </a:br>
            <a:r>
              <a:rPr lang="en-US" dirty="0"/>
              <a:t>• Enables math and timing operations</a:t>
            </a:r>
          </a:p>
        </p:txBody>
      </p:sp>
      <p:sp>
        <p:nvSpPr>
          <p:cNvPr id="5" name="Slide Number Placeholder 4">
            <a:extLst>
              <a:ext uri="{FF2B5EF4-FFF2-40B4-BE49-F238E27FC236}">
                <a16:creationId xmlns:a16="http://schemas.microsoft.com/office/drawing/2014/main" id="{D4A4AF80-E279-88C7-9872-2350DBDF0DEE}"/>
              </a:ext>
            </a:extLst>
          </p:cNvPr>
          <p:cNvSpPr>
            <a:spLocks noGrp="1"/>
          </p:cNvSpPr>
          <p:nvPr>
            <p:ph type="sldNum" sz="quarter" idx="4"/>
          </p:nvPr>
        </p:nvSpPr>
        <p:spPr/>
        <p:txBody>
          <a:bodyPr/>
          <a:lstStyle/>
          <a:p>
            <a:fld id="{8A7A6979-0714-4377-B894-6BE4C2D6E202}" type="slidenum">
              <a:rPr lang="en-US" smtClean="0"/>
              <a:pPr/>
              <a:t>4</a:t>
            </a:fld>
            <a:endParaRPr lang="en-US" dirty="0"/>
          </a:p>
        </p:txBody>
      </p:sp>
      <p:pic>
        <p:nvPicPr>
          <p:cNvPr id="7" name="Picture 6">
            <a:extLst>
              <a:ext uri="{FF2B5EF4-FFF2-40B4-BE49-F238E27FC236}">
                <a16:creationId xmlns:a16="http://schemas.microsoft.com/office/drawing/2014/main" id="{223342CB-785B-A4E6-AA88-FB918518F89E}"/>
              </a:ext>
            </a:extLst>
          </p:cNvPr>
          <p:cNvPicPr>
            <a:picLocks noChangeAspect="1"/>
          </p:cNvPicPr>
          <p:nvPr/>
        </p:nvPicPr>
        <p:blipFill>
          <a:blip r:embed="rId2"/>
          <a:stretch>
            <a:fillRect/>
          </a:stretch>
        </p:blipFill>
        <p:spPr>
          <a:xfrm>
            <a:off x="1721538" y="3660158"/>
            <a:ext cx="7361558" cy="2248095"/>
          </a:xfrm>
          <a:prstGeom prst="rect">
            <a:avLst/>
          </a:prstGeom>
        </p:spPr>
      </p:pic>
      <p:sp>
        <p:nvSpPr>
          <p:cNvPr id="6" name="Title 1">
            <a:extLst>
              <a:ext uri="{FF2B5EF4-FFF2-40B4-BE49-F238E27FC236}">
                <a16:creationId xmlns:a16="http://schemas.microsoft.com/office/drawing/2014/main" id="{AD1C4375-62FC-B031-E5F7-022A8A2A8FA1}"/>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32874375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60F90D1-73F2-7BC5-8240-945321F4EC05}"/>
              </a:ext>
            </a:extLst>
          </p:cNvPr>
          <p:cNvSpPr>
            <a:spLocks noGrp="1"/>
          </p:cNvSpPr>
          <p:nvPr>
            <p:ph type="subTitle" idx="1"/>
          </p:nvPr>
        </p:nvSpPr>
        <p:spPr/>
        <p:txBody>
          <a:bodyPr/>
          <a:lstStyle/>
          <a:p>
            <a:r>
              <a:rPr lang="en-US" dirty="0">
                <a:solidFill>
                  <a:schemeClr val="bg1"/>
                </a:solidFill>
              </a:rPr>
              <a:t>3. Pin Mapping (Hardware Interface Layer)</a:t>
            </a:r>
          </a:p>
        </p:txBody>
      </p:sp>
      <p:sp>
        <p:nvSpPr>
          <p:cNvPr id="4" name="Text Placeholder 3">
            <a:extLst>
              <a:ext uri="{FF2B5EF4-FFF2-40B4-BE49-F238E27FC236}">
                <a16:creationId xmlns:a16="http://schemas.microsoft.com/office/drawing/2014/main" id="{8697C6CF-7D01-35CD-D3D4-A4DF2711BC66}"/>
              </a:ext>
            </a:extLst>
          </p:cNvPr>
          <p:cNvSpPr>
            <a:spLocks noGrp="1"/>
          </p:cNvSpPr>
          <p:nvPr>
            <p:ph type="body" sz="quarter" idx="14"/>
          </p:nvPr>
        </p:nvSpPr>
        <p:spPr>
          <a:xfrm>
            <a:off x="1304462" y="1962540"/>
            <a:ext cx="7366000" cy="3411537"/>
          </a:xfrm>
        </p:spPr>
        <p:txBody>
          <a:bodyPr/>
          <a:lstStyle/>
          <a:p>
            <a:pPr marL="0" indent="0">
              <a:buNone/>
            </a:pPr>
            <a:r>
              <a:rPr lang="en-US" dirty="0"/>
              <a:t>• Defines all electrical connections</a:t>
            </a:r>
            <a:br>
              <a:rPr lang="en-US" dirty="0"/>
            </a:br>
            <a:r>
              <a:rPr lang="en-US" dirty="0"/>
              <a:t>• Separates watchdog, radio, sensors, burn wire</a:t>
            </a:r>
            <a:br>
              <a:rPr lang="en-US" dirty="0"/>
            </a:br>
            <a:r>
              <a:rPr lang="en-US" dirty="0"/>
              <a:t>• Makes hardware changes easy</a:t>
            </a:r>
            <a:br>
              <a:rPr lang="en-US" dirty="0"/>
            </a:br>
            <a:r>
              <a:rPr lang="en-US" dirty="0"/>
              <a:t>• Acts as a hardware abstraction layer</a:t>
            </a:r>
          </a:p>
        </p:txBody>
      </p:sp>
      <p:sp>
        <p:nvSpPr>
          <p:cNvPr id="5" name="Slide Number Placeholder 4">
            <a:extLst>
              <a:ext uri="{FF2B5EF4-FFF2-40B4-BE49-F238E27FC236}">
                <a16:creationId xmlns:a16="http://schemas.microsoft.com/office/drawing/2014/main" id="{8D34C3E1-042D-E4D2-A922-D7E95ABC07A5}"/>
              </a:ext>
            </a:extLst>
          </p:cNvPr>
          <p:cNvSpPr>
            <a:spLocks noGrp="1"/>
          </p:cNvSpPr>
          <p:nvPr>
            <p:ph type="sldNum" sz="quarter" idx="4"/>
          </p:nvPr>
        </p:nvSpPr>
        <p:spPr/>
        <p:txBody>
          <a:bodyPr/>
          <a:lstStyle/>
          <a:p>
            <a:fld id="{8A7A6979-0714-4377-B894-6BE4C2D6E202}" type="slidenum">
              <a:rPr lang="en-US" smtClean="0"/>
              <a:pPr/>
              <a:t>5</a:t>
            </a:fld>
            <a:endParaRPr lang="en-US" dirty="0"/>
          </a:p>
        </p:txBody>
      </p:sp>
      <p:pic>
        <p:nvPicPr>
          <p:cNvPr id="7" name="Picture 6">
            <a:extLst>
              <a:ext uri="{FF2B5EF4-FFF2-40B4-BE49-F238E27FC236}">
                <a16:creationId xmlns:a16="http://schemas.microsoft.com/office/drawing/2014/main" id="{F4F867B5-4DB0-4241-050F-71C2F21ADFA5}"/>
              </a:ext>
            </a:extLst>
          </p:cNvPr>
          <p:cNvPicPr>
            <a:picLocks noChangeAspect="1"/>
          </p:cNvPicPr>
          <p:nvPr/>
        </p:nvPicPr>
        <p:blipFill>
          <a:blip r:embed="rId2"/>
          <a:stretch>
            <a:fillRect/>
          </a:stretch>
        </p:blipFill>
        <p:spPr>
          <a:xfrm>
            <a:off x="1393800" y="3429000"/>
            <a:ext cx="8611346" cy="1912786"/>
          </a:xfrm>
          <a:prstGeom prst="rect">
            <a:avLst/>
          </a:prstGeom>
        </p:spPr>
      </p:pic>
      <p:sp>
        <p:nvSpPr>
          <p:cNvPr id="6" name="Title 1">
            <a:extLst>
              <a:ext uri="{FF2B5EF4-FFF2-40B4-BE49-F238E27FC236}">
                <a16:creationId xmlns:a16="http://schemas.microsoft.com/office/drawing/2014/main" id="{83D8D6D3-C965-D951-E838-3A112BF8E7B2}"/>
              </a:ext>
            </a:extLst>
          </p:cNvPr>
          <p:cNvSpPr txBox="1">
            <a:spLocks/>
          </p:cNvSpPr>
          <p:nvPr/>
        </p:nvSpPr>
        <p:spPr bwMode="blackWhite">
          <a:xfrm>
            <a:off x="1048134" y="447573"/>
            <a:ext cx="9234309" cy="512448"/>
          </a:xfrm>
          <a:prstGeom prst="rect">
            <a:avLst/>
          </a:prstGeom>
          <a:noFill/>
          <a:ln w="38100" cap="sq">
            <a:noFill/>
            <a:miter lim="800000"/>
          </a:ln>
        </p:spPr>
        <p:txBody>
          <a:bodyPr vert="horz" wrap="square" lIns="0" tIns="0" rIns="0" bIns="0" rtlCol="0" anchor="t" anchorCtr="0">
            <a:spAutoFit/>
          </a:bodyPr>
          <a:lstStyle>
            <a:lvl1pPr algn="l" defTabSz="914400" rtl="0" eaLnBrk="1" latinLnBrk="0" hangingPunct="1">
              <a:lnSpc>
                <a:spcPct val="90000"/>
              </a:lnSpc>
              <a:spcBef>
                <a:spcPct val="0"/>
              </a:spcBef>
              <a:buNone/>
              <a:defRPr sz="3600" b="1" i="1" kern="1200" cap="none" spc="0" baseline="0">
                <a:solidFill>
                  <a:schemeClr val="tx2"/>
                </a:solidFill>
                <a:latin typeface="Acumin Pro ExtraCondensed" panose="020B0508020202020204" pitchFamily="34" charset="77"/>
                <a:ea typeface="+mj-ea"/>
                <a:cs typeface="+mj-cs"/>
              </a:defRPr>
            </a:lvl1pPr>
          </a:lstStyle>
          <a:p>
            <a:r>
              <a:rPr lang="en-US" dirty="0"/>
              <a:t>Pikoqube Software Overview</a:t>
            </a:r>
          </a:p>
        </p:txBody>
      </p:sp>
    </p:spTree>
    <p:extLst>
      <p:ext uri="{BB962C8B-B14F-4D97-AF65-F5344CB8AC3E}">
        <p14:creationId xmlns:p14="http://schemas.microsoft.com/office/powerpoint/2010/main" val="34438378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F856B-E007-32EF-ED97-A1C321C22ED2}"/>
              </a:ext>
            </a:extLst>
          </p:cNvPr>
          <p:cNvSpPr>
            <a:spLocks noGrp="1"/>
          </p:cNvSpPr>
          <p:nvPr>
            <p:ph type="ctrTitle"/>
          </p:nvPr>
        </p:nvSpPr>
        <p:spPr/>
        <p:txBody>
          <a:bodyPr/>
          <a:lstStyle/>
          <a:p>
            <a:r>
              <a:rPr lang="en-US" dirty="0"/>
              <a:t>Pikoqube Software Overview</a:t>
            </a:r>
          </a:p>
        </p:txBody>
      </p:sp>
      <p:sp>
        <p:nvSpPr>
          <p:cNvPr id="3" name="Subtitle 2">
            <a:extLst>
              <a:ext uri="{FF2B5EF4-FFF2-40B4-BE49-F238E27FC236}">
                <a16:creationId xmlns:a16="http://schemas.microsoft.com/office/drawing/2014/main" id="{70CA615F-0E04-95D8-1F52-49E9E2ED519E}"/>
              </a:ext>
            </a:extLst>
          </p:cNvPr>
          <p:cNvSpPr>
            <a:spLocks noGrp="1"/>
          </p:cNvSpPr>
          <p:nvPr>
            <p:ph type="subTitle" idx="1"/>
          </p:nvPr>
        </p:nvSpPr>
        <p:spPr/>
        <p:txBody>
          <a:bodyPr/>
          <a:lstStyle/>
          <a:p>
            <a:r>
              <a:rPr lang="en-US" dirty="0">
                <a:solidFill>
                  <a:schemeClr val="bg1"/>
                </a:solidFill>
              </a:rPr>
              <a:t>4. Mission Configuration and Thresholds</a:t>
            </a:r>
          </a:p>
        </p:txBody>
      </p:sp>
      <p:sp>
        <p:nvSpPr>
          <p:cNvPr id="4" name="Text Placeholder 3">
            <a:extLst>
              <a:ext uri="{FF2B5EF4-FFF2-40B4-BE49-F238E27FC236}">
                <a16:creationId xmlns:a16="http://schemas.microsoft.com/office/drawing/2014/main" id="{63B64AD9-034D-1618-48C5-82D77EA6D961}"/>
              </a:ext>
            </a:extLst>
          </p:cNvPr>
          <p:cNvSpPr>
            <a:spLocks noGrp="1"/>
          </p:cNvSpPr>
          <p:nvPr>
            <p:ph type="body" sz="quarter" idx="14"/>
          </p:nvPr>
        </p:nvSpPr>
        <p:spPr>
          <a:xfrm>
            <a:off x="1120533" y="2076811"/>
            <a:ext cx="7366000" cy="3411537"/>
          </a:xfrm>
        </p:spPr>
        <p:txBody>
          <a:bodyPr/>
          <a:lstStyle/>
          <a:p>
            <a:pPr marL="0" indent="0">
              <a:buNone/>
            </a:pPr>
            <a:r>
              <a:rPr lang="en-US" dirty="0"/>
              <a:t>• Callsign and RF frequency</a:t>
            </a:r>
            <a:br>
              <a:rPr lang="en-US" dirty="0"/>
            </a:br>
            <a:r>
              <a:rPr lang="en-US" dirty="0"/>
              <a:t>• Morse timing</a:t>
            </a:r>
            <a:br>
              <a:rPr lang="en-US" dirty="0"/>
            </a:br>
            <a:r>
              <a:rPr lang="en-US" dirty="0"/>
              <a:t>• Transmission power levels</a:t>
            </a:r>
            <a:br>
              <a:rPr lang="en-US" dirty="0"/>
            </a:br>
            <a:r>
              <a:rPr lang="en-US" dirty="0"/>
              <a:t>• Battery decision thresholds</a:t>
            </a:r>
            <a:br>
              <a:rPr lang="en-US" dirty="0"/>
            </a:br>
            <a:r>
              <a:rPr lang="en-US" dirty="0"/>
              <a:t>• System timing behavior</a:t>
            </a:r>
          </a:p>
        </p:txBody>
      </p:sp>
      <p:sp>
        <p:nvSpPr>
          <p:cNvPr id="5" name="Slide Number Placeholder 4">
            <a:extLst>
              <a:ext uri="{FF2B5EF4-FFF2-40B4-BE49-F238E27FC236}">
                <a16:creationId xmlns:a16="http://schemas.microsoft.com/office/drawing/2014/main" id="{6511EA8A-A809-6684-FBC7-E8ECE57C9212}"/>
              </a:ext>
            </a:extLst>
          </p:cNvPr>
          <p:cNvSpPr>
            <a:spLocks noGrp="1"/>
          </p:cNvSpPr>
          <p:nvPr>
            <p:ph type="sldNum" sz="quarter" idx="4"/>
          </p:nvPr>
        </p:nvSpPr>
        <p:spPr/>
        <p:txBody>
          <a:bodyPr/>
          <a:lstStyle/>
          <a:p>
            <a:fld id="{8A7A6979-0714-4377-B894-6BE4C2D6E202}" type="slidenum">
              <a:rPr lang="en-US" smtClean="0"/>
              <a:pPr/>
              <a:t>6</a:t>
            </a:fld>
            <a:endParaRPr lang="en-US" dirty="0"/>
          </a:p>
        </p:txBody>
      </p:sp>
      <p:pic>
        <p:nvPicPr>
          <p:cNvPr id="7" name="Picture 6">
            <a:extLst>
              <a:ext uri="{FF2B5EF4-FFF2-40B4-BE49-F238E27FC236}">
                <a16:creationId xmlns:a16="http://schemas.microsoft.com/office/drawing/2014/main" id="{4AFC90B2-D3D3-D82F-1EA2-1656B904B35F}"/>
              </a:ext>
            </a:extLst>
          </p:cNvPr>
          <p:cNvPicPr>
            <a:picLocks noChangeAspect="1"/>
          </p:cNvPicPr>
          <p:nvPr/>
        </p:nvPicPr>
        <p:blipFill>
          <a:blip r:embed="rId2"/>
          <a:stretch>
            <a:fillRect/>
          </a:stretch>
        </p:blipFill>
        <p:spPr>
          <a:xfrm>
            <a:off x="4103602" y="2027505"/>
            <a:ext cx="7864522" cy="3010161"/>
          </a:xfrm>
          <a:prstGeom prst="rect">
            <a:avLst/>
          </a:prstGeom>
        </p:spPr>
      </p:pic>
    </p:spTree>
    <p:extLst>
      <p:ext uri="{BB962C8B-B14F-4D97-AF65-F5344CB8AC3E}">
        <p14:creationId xmlns:p14="http://schemas.microsoft.com/office/powerpoint/2010/main" val="20776354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3DBC8C3-C253-A4D3-D503-226A517EF4ED}"/>
              </a:ext>
            </a:extLst>
          </p:cNvPr>
          <p:cNvSpPr>
            <a:spLocks noGrp="1"/>
          </p:cNvSpPr>
          <p:nvPr>
            <p:ph type="subTitle" idx="1"/>
          </p:nvPr>
        </p:nvSpPr>
        <p:spPr>
          <a:xfrm>
            <a:off x="1042988" y="1345167"/>
            <a:ext cx="7321993" cy="341599"/>
          </a:xfrm>
        </p:spPr>
        <p:txBody>
          <a:bodyPr/>
          <a:lstStyle/>
          <a:p>
            <a:r>
              <a:rPr lang="en-US" dirty="0">
                <a:solidFill>
                  <a:schemeClr val="bg1"/>
                </a:solidFill>
              </a:rPr>
              <a:t>5. Orientation and Sensor Fusion Variables</a:t>
            </a:r>
          </a:p>
        </p:txBody>
      </p:sp>
      <p:sp>
        <p:nvSpPr>
          <p:cNvPr id="4" name="Text Placeholder 3">
            <a:extLst>
              <a:ext uri="{FF2B5EF4-FFF2-40B4-BE49-F238E27FC236}">
                <a16:creationId xmlns:a16="http://schemas.microsoft.com/office/drawing/2014/main" id="{5023CE55-7BC4-14B0-49FC-B67B90CBD862}"/>
              </a:ext>
            </a:extLst>
          </p:cNvPr>
          <p:cNvSpPr>
            <a:spLocks noGrp="1"/>
          </p:cNvSpPr>
          <p:nvPr>
            <p:ph type="body" sz="quarter" idx="14"/>
          </p:nvPr>
        </p:nvSpPr>
        <p:spPr>
          <a:xfrm>
            <a:off x="1368143" y="1837035"/>
            <a:ext cx="7366000" cy="3411537"/>
          </a:xfrm>
        </p:spPr>
        <p:txBody>
          <a:bodyPr/>
          <a:lstStyle/>
          <a:p>
            <a:pPr marL="0" indent="0">
              <a:buNone/>
            </a:pPr>
            <a:r>
              <a:rPr lang="en-US" dirty="0"/>
              <a:t>• Stores satellite orientation</a:t>
            </a:r>
            <a:br>
              <a:rPr lang="en-US" dirty="0"/>
            </a:br>
            <a:r>
              <a:rPr lang="en-US" dirty="0"/>
              <a:t>• Time tracking for integration</a:t>
            </a:r>
            <a:br>
              <a:rPr lang="en-US" dirty="0"/>
            </a:br>
            <a:r>
              <a:rPr lang="en-US" dirty="0"/>
              <a:t>• Complementary filter constant</a:t>
            </a:r>
            <a:br>
              <a:rPr lang="en-US" dirty="0"/>
            </a:br>
            <a:r>
              <a:rPr lang="en-US" dirty="0"/>
              <a:t>• Supports real-time attitude estimation</a:t>
            </a:r>
          </a:p>
          <a:p>
            <a:pPr marL="0" indent="0">
              <a:buNone/>
            </a:pPr>
            <a:endParaRPr lang="en-US" b="1" dirty="0"/>
          </a:p>
        </p:txBody>
      </p:sp>
      <p:sp>
        <p:nvSpPr>
          <p:cNvPr id="5" name="Slide Number Placeholder 4">
            <a:extLst>
              <a:ext uri="{FF2B5EF4-FFF2-40B4-BE49-F238E27FC236}">
                <a16:creationId xmlns:a16="http://schemas.microsoft.com/office/drawing/2014/main" id="{B2EF001C-BD5D-0483-1057-488EA6CB76FF}"/>
              </a:ext>
            </a:extLst>
          </p:cNvPr>
          <p:cNvSpPr>
            <a:spLocks noGrp="1"/>
          </p:cNvSpPr>
          <p:nvPr>
            <p:ph type="sldNum" sz="quarter" idx="4"/>
          </p:nvPr>
        </p:nvSpPr>
        <p:spPr/>
        <p:txBody>
          <a:bodyPr/>
          <a:lstStyle/>
          <a:p>
            <a:fld id="{8A7A6979-0714-4377-B894-6BE4C2D6E202}" type="slidenum">
              <a:rPr lang="en-US" smtClean="0"/>
              <a:pPr/>
              <a:t>7</a:t>
            </a:fld>
            <a:endParaRPr lang="en-US" dirty="0"/>
          </a:p>
        </p:txBody>
      </p:sp>
      <p:pic>
        <p:nvPicPr>
          <p:cNvPr id="7" name="Picture 6">
            <a:extLst>
              <a:ext uri="{FF2B5EF4-FFF2-40B4-BE49-F238E27FC236}">
                <a16:creationId xmlns:a16="http://schemas.microsoft.com/office/drawing/2014/main" id="{58F90524-1AE1-B11C-4042-EC62C289C689}"/>
              </a:ext>
            </a:extLst>
          </p:cNvPr>
          <p:cNvPicPr>
            <a:picLocks noChangeAspect="1"/>
          </p:cNvPicPr>
          <p:nvPr/>
        </p:nvPicPr>
        <p:blipFill>
          <a:blip r:embed="rId2"/>
          <a:stretch>
            <a:fillRect/>
          </a:stretch>
        </p:blipFill>
        <p:spPr>
          <a:xfrm>
            <a:off x="1368143" y="3240740"/>
            <a:ext cx="6576630" cy="998307"/>
          </a:xfrm>
          <a:prstGeom prst="rect">
            <a:avLst/>
          </a:prstGeom>
        </p:spPr>
      </p:pic>
      <p:sp>
        <p:nvSpPr>
          <p:cNvPr id="6" name="Title 1">
            <a:extLst>
              <a:ext uri="{FF2B5EF4-FFF2-40B4-BE49-F238E27FC236}">
                <a16:creationId xmlns:a16="http://schemas.microsoft.com/office/drawing/2014/main" id="{4D860FC7-F37F-9A19-CF1A-749048B17E69}"/>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19714977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3F13F37-6528-706D-14EF-E370BFBBAB43}"/>
              </a:ext>
            </a:extLst>
          </p:cNvPr>
          <p:cNvSpPr>
            <a:spLocks noGrp="1"/>
          </p:cNvSpPr>
          <p:nvPr>
            <p:ph type="subTitle" idx="1"/>
          </p:nvPr>
        </p:nvSpPr>
        <p:spPr/>
        <p:txBody>
          <a:bodyPr/>
          <a:lstStyle/>
          <a:p>
            <a:r>
              <a:rPr lang="en-US" dirty="0">
                <a:solidFill>
                  <a:schemeClr val="bg1"/>
                </a:solidFill>
              </a:rPr>
              <a:t>6. Custom FRAM Memory Driver</a:t>
            </a:r>
          </a:p>
        </p:txBody>
      </p:sp>
      <p:sp>
        <p:nvSpPr>
          <p:cNvPr id="4" name="Text Placeholder 3">
            <a:extLst>
              <a:ext uri="{FF2B5EF4-FFF2-40B4-BE49-F238E27FC236}">
                <a16:creationId xmlns:a16="http://schemas.microsoft.com/office/drawing/2014/main" id="{3D92C572-B9D4-5611-80EC-5E7FF8A77A1E}"/>
              </a:ext>
            </a:extLst>
          </p:cNvPr>
          <p:cNvSpPr>
            <a:spLocks noGrp="1"/>
          </p:cNvSpPr>
          <p:nvPr>
            <p:ph type="body" sz="quarter" idx="14"/>
          </p:nvPr>
        </p:nvSpPr>
        <p:spPr>
          <a:xfrm>
            <a:off x="1043553" y="2076258"/>
            <a:ext cx="7366000" cy="3411537"/>
          </a:xfrm>
        </p:spPr>
        <p:txBody>
          <a:bodyPr/>
          <a:lstStyle/>
          <a:p>
            <a:pPr marL="0" indent="0">
              <a:buNone/>
            </a:pPr>
            <a:r>
              <a:rPr lang="en-US" dirty="0"/>
              <a:t>• Custom class for FRAM access</a:t>
            </a:r>
            <a:br>
              <a:rPr lang="en-US" dirty="0"/>
            </a:br>
            <a:r>
              <a:rPr lang="en-US" dirty="0"/>
              <a:t>• Abstracts I²C memory operations</a:t>
            </a:r>
            <a:br>
              <a:rPr lang="en-US" dirty="0"/>
            </a:br>
            <a:r>
              <a:rPr lang="en-US" dirty="0"/>
              <a:t>• Handles safe read/write</a:t>
            </a:r>
            <a:br>
              <a:rPr lang="en-US" dirty="0"/>
            </a:br>
            <a:r>
              <a:rPr lang="en-US" dirty="0"/>
              <a:t>• Enables persistent mission storage</a:t>
            </a:r>
          </a:p>
        </p:txBody>
      </p:sp>
      <p:sp>
        <p:nvSpPr>
          <p:cNvPr id="5" name="Slide Number Placeholder 4">
            <a:extLst>
              <a:ext uri="{FF2B5EF4-FFF2-40B4-BE49-F238E27FC236}">
                <a16:creationId xmlns:a16="http://schemas.microsoft.com/office/drawing/2014/main" id="{594E712F-1E85-2C90-C2D6-84FD1742390B}"/>
              </a:ext>
            </a:extLst>
          </p:cNvPr>
          <p:cNvSpPr>
            <a:spLocks noGrp="1"/>
          </p:cNvSpPr>
          <p:nvPr>
            <p:ph type="sldNum" sz="quarter" idx="4"/>
          </p:nvPr>
        </p:nvSpPr>
        <p:spPr/>
        <p:txBody>
          <a:bodyPr/>
          <a:lstStyle/>
          <a:p>
            <a:fld id="{8A7A6979-0714-4377-B894-6BE4C2D6E202}" type="slidenum">
              <a:rPr lang="en-US" smtClean="0"/>
              <a:pPr/>
              <a:t>8</a:t>
            </a:fld>
            <a:endParaRPr lang="en-US" dirty="0"/>
          </a:p>
        </p:txBody>
      </p:sp>
      <p:pic>
        <p:nvPicPr>
          <p:cNvPr id="9" name="Picture 8">
            <a:extLst>
              <a:ext uri="{FF2B5EF4-FFF2-40B4-BE49-F238E27FC236}">
                <a16:creationId xmlns:a16="http://schemas.microsoft.com/office/drawing/2014/main" id="{1DA7D398-3FB2-C8FC-7275-CF449B769589}"/>
              </a:ext>
            </a:extLst>
          </p:cNvPr>
          <p:cNvPicPr>
            <a:picLocks noChangeAspect="1"/>
          </p:cNvPicPr>
          <p:nvPr/>
        </p:nvPicPr>
        <p:blipFill>
          <a:blip r:embed="rId2"/>
          <a:stretch>
            <a:fillRect/>
          </a:stretch>
        </p:blipFill>
        <p:spPr>
          <a:xfrm>
            <a:off x="5409519" y="1098269"/>
            <a:ext cx="6607113" cy="5448772"/>
          </a:xfrm>
          <a:prstGeom prst="rect">
            <a:avLst/>
          </a:prstGeom>
        </p:spPr>
      </p:pic>
      <p:sp>
        <p:nvSpPr>
          <p:cNvPr id="6" name="Title 1">
            <a:extLst>
              <a:ext uri="{FF2B5EF4-FFF2-40B4-BE49-F238E27FC236}">
                <a16:creationId xmlns:a16="http://schemas.microsoft.com/office/drawing/2014/main" id="{315403DD-2738-7022-2317-E8ABF3913E8E}"/>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587959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4E2BE0A-A4C0-9376-A6AB-CB3007F8C592}"/>
              </a:ext>
            </a:extLst>
          </p:cNvPr>
          <p:cNvSpPr>
            <a:spLocks noGrp="1"/>
          </p:cNvSpPr>
          <p:nvPr>
            <p:ph type="subTitle" idx="1"/>
          </p:nvPr>
        </p:nvSpPr>
        <p:spPr/>
        <p:txBody>
          <a:bodyPr/>
          <a:lstStyle/>
          <a:p>
            <a:r>
              <a:rPr lang="en-US" dirty="0">
                <a:solidFill>
                  <a:schemeClr val="bg1"/>
                </a:solidFill>
              </a:rPr>
              <a:t>7. Hardware Objects and System State</a:t>
            </a:r>
          </a:p>
        </p:txBody>
      </p:sp>
      <p:sp>
        <p:nvSpPr>
          <p:cNvPr id="4" name="Text Placeholder 3">
            <a:extLst>
              <a:ext uri="{FF2B5EF4-FFF2-40B4-BE49-F238E27FC236}">
                <a16:creationId xmlns:a16="http://schemas.microsoft.com/office/drawing/2014/main" id="{28AD2F6C-CD97-DF93-7782-AAC8F418D7C1}"/>
              </a:ext>
            </a:extLst>
          </p:cNvPr>
          <p:cNvSpPr>
            <a:spLocks noGrp="1"/>
          </p:cNvSpPr>
          <p:nvPr>
            <p:ph type="body" sz="quarter" idx="14"/>
          </p:nvPr>
        </p:nvSpPr>
        <p:spPr>
          <a:xfrm>
            <a:off x="1289815" y="1962540"/>
            <a:ext cx="7366000" cy="3411537"/>
          </a:xfrm>
        </p:spPr>
        <p:txBody>
          <a:bodyPr/>
          <a:lstStyle/>
          <a:p>
            <a:pPr marL="0" indent="0">
              <a:buNone/>
            </a:pPr>
            <a:r>
              <a:rPr lang="en-US" dirty="0"/>
              <a:t>• Creates device objects</a:t>
            </a:r>
            <a:br>
              <a:rPr lang="en-US" dirty="0"/>
            </a:br>
            <a:r>
              <a:rPr lang="en-US" dirty="0"/>
              <a:t>• Centralizes hardware control</a:t>
            </a:r>
            <a:br>
              <a:rPr lang="en-US" dirty="0"/>
            </a:br>
            <a:r>
              <a:rPr lang="en-US" dirty="0"/>
              <a:t>• Tracks sensor health</a:t>
            </a:r>
          </a:p>
        </p:txBody>
      </p:sp>
      <p:sp>
        <p:nvSpPr>
          <p:cNvPr id="5" name="Slide Number Placeholder 4">
            <a:extLst>
              <a:ext uri="{FF2B5EF4-FFF2-40B4-BE49-F238E27FC236}">
                <a16:creationId xmlns:a16="http://schemas.microsoft.com/office/drawing/2014/main" id="{88233D06-135F-38C2-B918-3D05A0827687}"/>
              </a:ext>
            </a:extLst>
          </p:cNvPr>
          <p:cNvSpPr>
            <a:spLocks noGrp="1"/>
          </p:cNvSpPr>
          <p:nvPr>
            <p:ph type="sldNum" sz="quarter" idx="4"/>
          </p:nvPr>
        </p:nvSpPr>
        <p:spPr/>
        <p:txBody>
          <a:bodyPr/>
          <a:lstStyle/>
          <a:p>
            <a:fld id="{8A7A6979-0714-4377-B894-6BE4C2D6E202}" type="slidenum">
              <a:rPr lang="en-US" smtClean="0"/>
              <a:pPr/>
              <a:t>9</a:t>
            </a:fld>
            <a:endParaRPr lang="en-US" dirty="0"/>
          </a:p>
        </p:txBody>
      </p:sp>
      <p:pic>
        <p:nvPicPr>
          <p:cNvPr id="7" name="Picture 6">
            <a:extLst>
              <a:ext uri="{FF2B5EF4-FFF2-40B4-BE49-F238E27FC236}">
                <a16:creationId xmlns:a16="http://schemas.microsoft.com/office/drawing/2014/main" id="{8DBE3BEB-8F83-3681-CFA9-F2198E9846BD}"/>
              </a:ext>
            </a:extLst>
          </p:cNvPr>
          <p:cNvPicPr>
            <a:picLocks noChangeAspect="1"/>
          </p:cNvPicPr>
          <p:nvPr/>
        </p:nvPicPr>
        <p:blipFill>
          <a:blip r:embed="rId2"/>
          <a:stretch>
            <a:fillRect/>
          </a:stretch>
        </p:blipFill>
        <p:spPr>
          <a:xfrm>
            <a:off x="1289815" y="2968435"/>
            <a:ext cx="6538527" cy="1867062"/>
          </a:xfrm>
          <a:prstGeom prst="rect">
            <a:avLst/>
          </a:prstGeom>
        </p:spPr>
      </p:pic>
      <p:sp>
        <p:nvSpPr>
          <p:cNvPr id="6" name="Title 1">
            <a:extLst>
              <a:ext uri="{FF2B5EF4-FFF2-40B4-BE49-F238E27FC236}">
                <a16:creationId xmlns:a16="http://schemas.microsoft.com/office/drawing/2014/main" id="{49DB7BAF-0BB9-A93F-2154-EA0CA1DDBD0B}"/>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13753223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56D65E4-8E86-6EDE-666B-B8BBB58986E8}"/>
              </a:ext>
            </a:extLst>
          </p:cNvPr>
          <p:cNvSpPr>
            <a:spLocks noGrp="1"/>
          </p:cNvSpPr>
          <p:nvPr>
            <p:ph type="subTitle" idx="1"/>
          </p:nvPr>
        </p:nvSpPr>
        <p:spPr/>
        <p:txBody>
          <a:bodyPr/>
          <a:lstStyle/>
          <a:p>
            <a:r>
              <a:rPr lang="en-US" dirty="0">
                <a:solidFill>
                  <a:schemeClr val="bg1"/>
                </a:solidFill>
              </a:rPr>
              <a:t>8. CW/OOK Configuration</a:t>
            </a:r>
          </a:p>
        </p:txBody>
      </p:sp>
      <p:sp>
        <p:nvSpPr>
          <p:cNvPr id="4" name="Text Placeholder 3">
            <a:extLst>
              <a:ext uri="{FF2B5EF4-FFF2-40B4-BE49-F238E27FC236}">
                <a16:creationId xmlns:a16="http://schemas.microsoft.com/office/drawing/2014/main" id="{89A5EF2D-257C-97E6-5484-B894E3FC49BF}"/>
              </a:ext>
            </a:extLst>
          </p:cNvPr>
          <p:cNvSpPr>
            <a:spLocks noGrp="1"/>
          </p:cNvSpPr>
          <p:nvPr>
            <p:ph type="body" sz="quarter" idx="14"/>
          </p:nvPr>
        </p:nvSpPr>
        <p:spPr>
          <a:xfrm>
            <a:off x="1323319" y="1890091"/>
            <a:ext cx="7366000" cy="3411537"/>
          </a:xfrm>
        </p:spPr>
        <p:txBody>
          <a:bodyPr/>
          <a:lstStyle/>
          <a:p>
            <a:pPr marL="0" indent="0">
              <a:buNone/>
            </a:pPr>
            <a:r>
              <a:rPr lang="en-US" dirty="0"/>
              <a:t>• Raw register configuration</a:t>
            </a:r>
            <a:br>
              <a:rPr lang="en-US" dirty="0"/>
            </a:br>
            <a:r>
              <a:rPr lang="en-US" dirty="0"/>
              <a:t>• Enables on-off keying</a:t>
            </a:r>
            <a:br>
              <a:rPr lang="en-US" dirty="0"/>
            </a:br>
            <a:r>
              <a:rPr lang="en-US" dirty="0"/>
              <a:t>• Used for Morse beacon</a:t>
            </a:r>
            <a:br>
              <a:rPr lang="en-US" dirty="0"/>
            </a:br>
            <a:r>
              <a:rPr lang="en-US" dirty="0"/>
              <a:t>• Independent from packet modem</a:t>
            </a:r>
          </a:p>
        </p:txBody>
      </p:sp>
      <p:sp>
        <p:nvSpPr>
          <p:cNvPr id="5" name="Slide Number Placeholder 4">
            <a:extLst>
              <a:ext uri="{FF2B5EF4-FFF2-40B4-BE49-F238E27FC236}">
                <a16:creationId xmlns:a16="http://schemas.microsoft.com/office/drawing/2014/main" id="{81C9E3D1-28B9-07CD-7CB3-0266F3A06021}"/>
              </a:ext>
            </a:extLst>
          </p:cNvPr>
          <p:cNvSpPr>
            <a:spLocks noGrp="1"/>
          </p:cNvSpPr>
          <p:nvPr>
            <p:ph type="sldNum" sz="quarter" idx="4"/>
          </p:nvPr>
        </p:nvSpPr>
        <p:spPr/>
        <p:txBody>
          <a:bodyPr/>
          <a:lstStyle/>
          <a:p>
            <a:fld id="{8A7A6979-0714-4377-B894-6BE4C2D6E202}" type="slidenum">
              <a:rPr lang="en-US" smtClean="0"/>
              <a:pPr/>
              <a:t>10</a:t>
            </a:fld>
            <a:endParaRPr lang="en-US" dirty="0"/>
          </a:p>
        </p:txBody>
      </p:sp>
      <p:pic>
        <p:nvPicPr>
          <p:cNvPr id="7" name="Picture 6">
            <a:extLst>
              <a:ext uri="{FF2B5EF4-FFF2-40B4-BE49-F238E27FC236}">
                <a16:creationId xmlns:a16="http://schemas.microsoft.com/office/drawing/2014/main" id="{95D4B376-BCDD-88B1-A9A6-E9B54F511FFE}"/>
              </a:ext>
            </a:extLst>
          </p:cNvPr>
          <p:cNvPicPr>
            <a:picLocks noChangeAspect="1"/>
          </p:cNvPicPr>
          <p:nvPr/>
        </p:nvPicPr>
        <p:blipFill>
          <a:blip r:embed="rId2"/>
          <a:stretch>
            <a:fillRect/>
          </a:stretch>
        </p:blipFill>
        <p:spPr>
          <a:xfrm>
            <a:off x="1323319" y="3187963"/>
            <a:ext cx="5220152" cy="2027096"/>
          </a:xfrm>
          <a:prstGeom prst="rect">
            <a:avLst/>
          </a:prstGeom>
        </p:spPr>
      </p:pic>
      <p:sp>
        <p:nvSpPr>
          <p:cNvPr id="6" name="Title 1">
            <a:extLst>
              <a:ext uri="{FF2B5EF4-FFF2-40B4-BE49-F238E27FC236}">
                <a16:creationId xmlns:a16="http://schemas.microsoft.com/office/drawing/2014/main" id="{33208C28-498B-B52E-0813-1EB1DC1A977F}"/>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8912037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06D72A4-5E35-9BDB-0885-A7842E9BE2F7}"/>
              </a:ext>
            </a:extLst>
          </p:cNvPr>
          <p:cNvSpPr>
            <a:spLocks noGrp="1"/>
          </p:cNvSpPr>
          <p:nvPr>
            <p:ph type="subTitle" idx="1"/>
          </p:nvPr>
        </p:nvSpPr>
        <p:spPr/>
        <p:txBody>
          <a:bodyPr/>
          <a:lstStyle/>
          <a:p>
            <a:r>
              <a:rPr lang="en-US" dirty="0">
                <a:solidFill>
                  <a:schemeClr val="bg1"/>
                </a:solidFill>
              </a:rPr>
              <a:t>9. Telemetry Packet Definition</a:t>
            </a:r>
          </a:p>
        </p:txBody>
      </p:sp>
      <p:sp>
        <p:nvSpPr>
          <p:cNvPr id="4" name="Text Placeholder 3">
            <a:extLst>
              <a:ext uri="{FF2B5EF4-FFF2-40B4-BE49-F238E27FC236}">
                <a16:creationId xmlns:a16="http://schemas.microsoft.com/office/drawing/2014/main" id="{74126332-19CB-BB65-423F-1EB1C460887C}"/>
              </a:ext>
            </a:extLst>
          </p:cNvPr>
          <p:cNvSpPr>
            <a:spLocks noGrp="1"/>
          </p:cNvSpPr>
          <p:nvPr>
            <p:ph type="body" sz="quarter" idx="14"/>
          </p:nvPr>
        </p:nvSpPr>
        <p:spPr>
          <a:xfrm>
            <a:off x="1323320" y="1962540"/>
            <a:ext cx="7366000" cy="3411537"/>
          </a:xfrm>
        </p:spPr>
        <p:txBody>
          <a:bodyPr/>
          <a:lstStyle/>
          <a:p>
            <a:pPr marL="0" indent="0">
              <a:buNone/>
            </a:pPr>
            <a:r>
              <a:rPr lang="en-US" dirty="0"/>
              <a:t>• Defines binary packet format</a:t>
            </a:r>
            <a:br>
              <a:rPr lang="en-US" dirty="0"/>
            </a:br>
            <a:r>
              <a:rPr lang="en-US" dirty="0"/>
              <a:t>• Optimized for RF transmission</a:t>
            </a:r>
            <a:br>
              <a:rPr lang="en-US" dirty="0"/>
            </a:br>
            <a:r>
              <a:rPr lang="en-US" dirty="0"/>
              <a:t>• Packed structure saves bandwidth</a:t>
            </a:r>
            <a:br>
              <a:rPr lang="en-US" dirty="0"/>
            </a:br>
            <a:r>
              <a:rPr lang="en-US" dirty="0"/>
              <a:t>• CRC protects data</a:t>
            </a:r>
          </a:p>
        </p:txBody>
      </p:sp>
      <p:sp>
        <p:nvSpPr>
          <p:cNvPr id="5" name="Slide Number Placeholder 4">
            <a:extLst>
              <a:ext uri="{FF2B5EF4-FFF2-40B4-BE49-F238E27FC236}">
                <a16:creationId xmlns:a16="http://schemas.microsoft.com/office/drawing/2014/main" id="{E2042F84-D2C9-36D8-4995-25D7DDD733AE}"/>
              </a:ext>
            </a:extLst>
          </p:cNvPr>
          <p:cNvSpPr>
            <a:spLocks noGrp="1"/>
          </p:cNvSpPr>
          <p:nvPr>
            <p:ph type="sldNum" sz="quarter" idx="4"/>
          </p:nvPr>
        </p:nvSpPr>
        <p:spPr/>
        <p:txBody>
          <a:bodyPr/>
          <a:lstStyle/>
          <a:p>
            <a:fld id="{8A7A6979-0714-4377-B894-6BE4C2D6E202}" type="slidenum">
              <a:rPr lang="en-US" smtClean="0"/>
              <a:pPr/>
              <a:t>11</a:t>
            </a:fld>
            <a:endParaRPr lang="en-US" dirty="0"/>
          </a:p>
        </p:txBody>
      </p:sp>
      <p:pic>
        <p:nvPicPr>
          <p:cNvPr id="7" name="Picture 6">
            <a:extLst>
              <a:ext uri="{FF2B5EF4-FFF2-40B4-BE49-F238E27FC236}">
                <a16:creationId xmlns:a16="http://schemas.microsoft.com/office/drawing/2014/main" id="{CD335C61-3206-10E8-3461-DF820806936E}"/>
              </a:ext>
            </a:extLst>
          </p:cNvPr>
          <p:cNvPicPr>
            <a:picLocks noChangeAspect="1"/>
          </p:cNvPicPr>
          <p:nvPr/>
        </p:nvPicPr>
        <p:blipFill>
          <a:blip r:embed="rId2"/>
          <a:stretch>
            <a:fillRect/>
          </a:stretch>
        </p:blipFill>
        <p:spPr>
          <a:xfrm>
            <a:off x="1323320" y="3153648"/>
            <a:ext cx="7132938" cy="2911092"/>
          </a:xfrm>
          <a:prstGeom prst="rect">
            <a:avLst/>
          </a:prstGeom>
        </p:spPr>
      </p:pic>
      <p:sp>
        <p:nvSpPr>
          <p:cNvPr id="6" name="Title 1">
            <a:extLst>
              <a:ext uri="{FF2B5EF4-FFF2-40B4-BE49-F238E27FC236}">
                <a16:creationId xmlns:a16="http://schemas.microsoft.com/office/drawing/2014/main" id="{20D80B27-92D4-94D7-FFFA-471B4D6BBD32}"/>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1806952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DC26BB7D-4EE8-0850-8158-0E10486E5291}"/>
              </a:ext>
            </a:extLst>
          </p:cNvPr>
          <p:cNvSpPr>
            <a:spLocks noGrp="1"/>
          </p:cNvSpPr>
          <p:nvPr>
            <p:ph type="subTitle" idx="1"/>
          </p:nvPr>
        </p:nvSpPr>
        <p:spPr>
          <a:xfrm>
            <a:off x="1042988" y="1345167"/>
            <a:ext cx="7321993" cy="341599"/>
          </a:xfrm>
        </p:spPr>
        <p:txBody>
          <a:bodyPr/>
          <a:lstStyle/>
          <a:p>
            <a:r>
              <a:rPr lang="en-US" dirty="0">
                <a:solidFill>
                  <a:schemeClr val="bg1"/>
                </a:solidFill>
              </a:rPr>
              <a:t>10. Morse Code Dictionary</a:t>
            </a:r>
          </a:p>
        </p:txBody>
      </p:sp>
      <p:sp>
        <p:nvSpPr>
          <p:cNvPr id="4" name="Text Placeholder 3">
            <a:extLst>
              <a:ext uri="{FF2B5EF4-FFF2-40B4-BE49-F238E27FC236}">
                <a16:creationId xmlns:a16="http://schemas.microsoft.com/office/drawing/2014/main" id="{99761BA8-5521-6A31-142B-97D55D51D6A6}"/>
              </a:ext>
            </a:extLst>
          </p:cNvPr>
          <p:cNvSpPr>
            <a:spLocks noGrp="1"/>
          </p:cNvSpPr>
          <p:nvPr>
            <p:ph type="body" sz="quarter" idx="14"/>
          </p:nvPr>
        </p:nvSpPr>
        <p:spPr>
          <a:xfrm>
            <a:off x="1412967" y="1828069"/>
            <a:ext cx="7366000" cy="3411537"/>
          </a:xfrm>
        </p:spPr>
        <p:txBody>
          <a:bodyPr/>
          <a:lstStyle/>
          <a:p>
            <a:pPr marL="0" indent="0">
              <a:buNone/>
            </a:pPr>
            <a:r>
              <a:rPr lang="en-US" dirty="0"/>
              <a:t>• Lookup table for ASCII → Morse</a:t>
            </a:r>
            <a:br>
              <a:rPr lang="en-US" dirty="0"/>
            </a:br>
            <a:r>
              <a:rPr lang="en-US" dirty="0"/>
              <a:t>• Supports letters, numbers, symbols</a:t>
            </a:r>
            <a:br>
              <a:rPr lang="en-US" dirty="0"/>
            </a:br>
            <a:r>
              <a:rPr lang="en-US" dirty="0"/>
              <a:t>• Enables automatic CW generation</a:t>
            </a:r>
          </a:p>
        </p:txBody>
      </p:sp>
      <p:sp>
        <p:nvSpPr>
          <p:cNvPr id="5" name="Slide Number Placeholder 4">
            <a:extLst>
              <a:ext uri="{FF2B5EF4-FFF2-40B4-BE49-F238E27FC236}">
                <a16:creationId xmlns:a16="http://schemas.microsoft.com/office/drawing/2014/main" id="{B8811D5F-C2C4-4FEA-1907-22CF6E3E3930}"/>
              </a:ext>
            </a:extLst>
          </p:cNvPr>
          <p:cNvSpPr>
            <a:spLocks noGrp="1"/>
          </p:cNvSpPr>
          <p:nvPr>
            <p:ph type="sldNum" sz="quarter" idx="4"/>
          </p:nvPr>
        </p:nvSpPr>
        <p:spPr/>
        <p:txBody>
          <a:bodyPr/>
          <a:lstStyle/>
          <a:p>
            <a:fld id="{8A7A6979-0714-4377-B894-6BE4C2D6E202}" type="slidenum">
              <a:rPr lang="en-US" smtClean="0"/>
              <a:pPr/>
              <a:t>12</a:t>
            </a:fld>
            <a:endParaRPr lang="en-US" dirty="0"/>
          </a:p>
        </p:txBody>
      </p:sp>
      <p:pic>
        <p:nvPicPr>
          <p:cNvPr id="7" name="Picture 6">
            <a:extLst>
              <a:ext uri="{FF2B5EF4-FFF2-40B4-BE49-F238E27FC236}">
                <a16:creationId xmlns:a16="http://schemas.microsoft.com/office/drawing/2014/main" id="{C8AE46FB-2B9F-8ED0-07D7-302702D8933E}"/>
              </a:ext>
            </a:extLst>
          </p:cNvPr>
          <p:cNvPicPr>
            <a:picLocks noChangeAspect="1"/>
          </p:cNvPicPr>
          <p:nvPr/>
        </p:nvPicPr>
        <p:blipFill>
          <a:blip r:embed="rId2"/>
          <a:stretch>
            <a:fillRect/>
          </a:stretch>
        </p:blipFill>
        <p:spPr>
          <a:xfrm>
            <a:off x="1412967" y="2969302"/>
            <a:ext cx="5037257" cy="3063505"/>
          </a:xfrm>
          <a:prstGeom prst="rect">
            <a:avLst/>
          </a:prstGeom>
        </p:spPr>
      </p:pic>
      <p:sp>
        <p:nvSpPr>
          <p:cNvPr id="6" name="Title 1">
            <a:extLst>
              <a:ext uri="{FF2B5EF4-FFF2-40B4-BE49-F238E27FC236}">
                <a16:creationId xmlns:a16="http://schemas.microsoft.com/office/drawing/2014/main" id="{D9164EB0-A75E-EB46-6FF9-5C7A79B62998}"/>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2545481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1053E2B-E464-8F82-7033-DC5DA4C51A3A}"/>
              </a:ext>
            </a:extLst>
          </p:cNvPr>
          <p:cNvSpPr>
            <a:spLocks noGrp="1"/>
          </p:cNvSpPr>
          <p:nvPr>
            <p:ph type="subTitle" idx="1"/>
          </p:nvPr>
        </p:nvSpPr>
        <p:spPr/>
        <p:txBody>
          <a:bodyPr/>
          <a:lstStyle/>
          <a:p>
            <a:r>
              <a:rPr lang="en-US" dirty="0">
                <a:solidFill>
                  <a:schemeClr val="bg1"/>
                </a:solidFill>
              </a:rPr>
              <a:t>11. Watchdog and Deep Sleep System</a:t>
            </a:r>
          </a:p>
        </p:txBody>
      </p:sp>
      <p:sp>
        <p:nvSpPr>
          <p:cNvPr id="4" name="Text Placeholder 3">
            <a:extLst>
              <a:ext uri="{FF2B5EF4-FFF2-40B4-BE49-F238E27FC236}">
                <a16:creationId xmlns:a16="http://schemas.microsoft.com/office/drawing/2014/main" id="{EF15250D-19E1-C332-616E-72BFF1760C09}"/>
              </a:ext>
            </a:extLst>
          </p:cNvPr>
          <p:cNvSpPr>
            <a:spLocks noGrp="1"/>
          </p:cNvSpPr>
          <p:nvPr>
            <p:ph type="body" sz="quarter" idx="14"/>
          </p:nvPr>
        </p:nvSpPr>
        <p:spPr>
          <a:xfrm>
            <a:off x="1169059" y="1968417"/>
            <a:ext cx="7366000" cy="3411537"/>
          </a:xfrm>
        </p:spPr>
        <p:txBody>
          <a:bodyPr/>
          <a:lstStyle/>
          <a:p>
            <a:pPr marL="0" indent="0">
              <a:buNone/>
            </a:pPr>
            <a:r>
              <a:rPr lang="en-US" dirty="0"/>
              <a:t>• External watchdog heartbeat</a:t>
            </a:r>
            <a:br>
              <a:rPr lang="en-US" dirty="0"/>
            </a:br>
            <a:r>
              <a:rPr lang="en-US" dirty="0"/>
              <a:t>• Internal watchdog wakeup</a:t>
            </a:r>
            <a:br>
              <a:rPr lang="en-US" dirty="0"/>
            </a:br>
            <a:r>
              <a:rPr lang="en-US" dirty="0"/>
              <a:t>• Deep power-down sleep</a:t>
            </a:r>
            <a:br>
              <a:rPr lang="en-US" dirty="0"/>
            </a:br>
            <a:r>
              <a:rPr lang="en-US" dirty="0"/>
              <a:t>• Brown-out disabled</a:t>
            </a:r>
            <a:br>
              <a:rPr lang="en-US" dirty="0"/>
            </a:br>
            <a:r>
              <a:rPr lang="en-US" dirty="0"/>
              <a:t>• Autonomous survival design</a:t>
            </a:r>
          </a:p>
        </p:txBody>
      </p:sp>
      <p:sp>
        <p:nvSpPr>
          <p:cNvPr id="5" name="Slide Number Placeholder 4">
            <a:extLst>
              <a:ext uri="{FF2B5EF4-FFF2-40B4-BE49-F238E27FC236}">
                <a16:creationId xmlns:a16="http://schemas.microsoft.com/office/drawing/2014/main" id="{114D7146-AD3F-9E51-FAC8-F284A1630858}"/>
              </a:ext>
            </a:extLst>
          </p:cNvPr>
          <p:cNvSpPr>
            <a:spLocks noGrp="1"/>
          </p:cNvSpPr>
          <p:nvPr>
            <p:ph type="sldNum" sz="quarter" idx="4"/>
          </p:nvPr>
        </p:nvSpPr>
        <p:spPr/>
        <p:txBody>
          <a:bodyPr/>
          <a:lstStyle/>
          <a:p>
            <a:fld id="{8A7A6979-0714-4377-B894-6BE4C2D6E202}" type="slidenum">
              <a:rPr lang="en-US" smtClean="0"/>
              <a:pPr/>
              <a:t>13</a:t>
            </a:fld>
            <a:endParaRPr lang="en-US" dirty="0"/>
          </a:p>
        </p:txBody>
      </p:sp>
      <p:pic>
        <p:nvPicPr>
          <p:cNvPr id="7" name="Picture 6">
            <a:extLst>
              <a:ext uri="{FF2B5EF4-FFF2-40B4-BE49-F238E27FC236}">
                <a16:creationId xmlns:a16="http://schemas.microsoft.com/office/drawing/2014/main" id="{4F8535AD-5CA2-A969-D843-D633ABD16728}"/>
              </a:ext>
            </a:extLst>
          </p:cNvPr>
          <p:cNvPicPr>
            <a:picLocks noChangeAspect="1"/>
          </p:cNvPicPr>
          <p:nvPr/>
        </p:nvPicPr>
        <p:blipFill>
          <a:blip r:embed="rId2"/>
          <a:stretch>
            <a:fillRect/>
          </a:stretch>
        </p:blipFill>
        <p:spPr>
          <a:xfrm>
            <a:off x="4487983" y="1851793"/>
            <a:ext cx="6027617" cy="4473670"/>
          </a:xfrm>
          <a:prstGeom prst="rect">
            <a:avLst/>
          </a:prstGeom>
        </p:spPr>
      </p:pic>
      <p:sp>
        <p:nvSpPr>
          <p:cNvPr id="6" name="Title 1">
            <a:extLst>
              <a:ext uri="{FF2B5EF4-FFF2-40B4-BE49-F238E27FC236}">
                <a16:creationId xmlns:a16="http://schemas.microsoft.com/office/drawing/2014/main" id="{72CBB2E4-87E2-B1CD-8F2B-CA35FD46AAE8}"/>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21150775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9BA393E-E070-8510-7E31-7FF1FE017269}"/>
              </a:ext>
            </a:extLst>
          </p:cNvPr>
          <p:cNvSpPr>
            <a:spLocks noGrp="1"/>
          </p:cNvSpPr>
          <p:nvPr>
            <p:ph type="subTitle" idx="1"/>
          </p:nvPr>
        </p:nvSpPr>
        <p:spPr/>
        <p:txBody>
          <a:bodyPr/>
          <a:lstStyle/>
          <a:p>
            <a:r>
              <a:rPr lang="en-US" dirty="0">
                <a:solidFill>
                  <a:schemeClr val="bg1"/>
                </a:solidFill>
              </a:rPr>
              <a:t>12. CRC Error Detection</a:t>
            </a:r>
          </a:p>
        </p:txBody>
      </p:sp>
      <p:sp>
        <p:nvSpPr>
          <p:cNvPr id="4" name="Text Placeholder 3">
            <a:extLst>
              <a:ext uri="{FF2B5EF4-FFF2-40B4-BE49-F238E27FC236}">
                <a16:creationId xmlns:a16="http://schemas.microsoft.com/office/drawing/2014/main" id="{E0217B13-4489-26A0-B784-A50D926B62FD}"/>
              </a:ext>
            </a:extLst>
          </p:cNvPr>
          <p:cNvSpPr>
            <a:spLocks noGrp="1"/>
          </p:cNvSpPr>
          <p:nvPr>
            <p:ph type="body" sz="quarter" idx="14"/>
          </p:nvPr>
        </p:nvSpPr>
        <p:spPr>
          <a:xfrm>
            <a:off x="1457790" y="1854964"/>
            <a:ext cx="7366000" cy="3411537"/>
          </a:xfrm>
        </p:spPr>
        <p:txBody>
          <a:bodyPr/>
          <a:lstStyle/>
          <a:p>
            <a:pPr marL="0" indent="0">
              <a:buNone/>
            </a:pPr>
            <a:r>
              <a:rPr lang="en-US" dirty="0"/>
              <a:t>• Detects corrupted packets</a:t>
            </a:r>
            <a:br>
              <a:rPr lang="en-US" dirty="0"/>
            </a:br>
            <a:r>
              <a:rPr lang="en-US" dirty="0"/>
              <a:t>• Standard CRC-16 algorithm</a:t>
            </a:r>
            <a:br>
              <a:rPr lang="en-US" dirty="0"/>
            </a:br>
            <a:r>
              <a:rPr lang="en-US" dirty="0"/>
              <a:t>• Protects telemetry integrity</a:t>
            </a:r>
          </a:p>
        </p:txBody>
      </p:sp>
      <p:sp>
        <p:nvSpPr>
          <p:cNvPr id="5" name="Slide Number Placeholder 4">
            <a:extLst>
              <a:ext uri="{FF2B5EF4-FFF2-40B4-BE49-F238E27FC236}">
                <a16:creationId xmlns:a16="http://schemas.microsoft.com/office/drawing/2014/main" id="{AC90EB64-71C6-4A5C-557E-D061E7E6FE83}"/>
              </a:ext>
            </a:extLst>
          </p:cNvPr>
          <p:cNvSpPr>
            <a:spLocks noGrp="1"/>
          </p:cNvSpPr>
          <p:nvPr>
            <p:ph type="sldNum" sz="quarter" idx="4"/>
          </p:nvPr>
        </p:nvSpPr>
        <p:spPr/>
        <p:txBody>
          <a:bodyPr/>
          <a:lstStyle/>
          <a:p>
            <a:fld id="{8A7A6979-0714-4377-B894-6BE4C2D6E202}" type="slidenum">
              <a:rPr lang="en-US" smtClean="0"/>
              <a:pPr/>
              <a:t>14</a:t>
            </a:fld>
            <a:endParaRPr lang="en-US" dirty="0"/>
          </a:p>
        </p:txBody>
      </p:sp>
      <p:pic>
        <p:nvPicPr>
          <p:cNvPr id="7" name="Picture 6">
            <a:extLst>
              <a:ext uri="{FF2B5EF4-FFF2-40B4-BE49-F238E27FC236}">
                <a16:creationId xmlns:a16="http://schemas.microsoft.com/office/drawing/2014/main" id="{FC879EF8-8898-0398-BD5F-F605805DC9C2}"/>
              </a:ext>
            </a:extLst>
          </p:cNvPr>
          <p:cNvPicPr>
            <a:picLocks noChangeAspect="1"/>
          </p:cNvPicPr>
          <p:nvPr/>
        </p:nvPicPr>
        <p:blipFill>
          <a:blip r:embed="rId2"/>
          <a:stretch>
            <a:fillRect/>
          </a:stretch>
        </p:blipFill>
        <p:spPr>
          <a:xfrm>
            <a:off x="1457790" y="2904096"/>
            <a:ext cx="4968671" cy="2362405"/>
          </a:xfrm>
          <a:prstGeom prst="rect">
            <a:avLst/>
          </a:prstGeom>
        </p:spPr>
      </p:pic>
      <p:sp>
        <p:nvSpPr>
          <p:cNvPr id="6" name="Title 1">
            <a:extLst>
              <a:ext uri="{FF2B5EF4-FFF2-40B4-BE49-F238E27FC236}">
                <a16:creationId xmlns:a16="http://schemas.microsoft.com/office/drawing/2014/main" id="{C338C18D-37DC-7F98-B29B-462BAADCCF73}"/>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836884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4AA111A7-CAFD-3FA9-7134-BA94630BE69F}"/>
              </a:ext>
            </a:extLst>
          </p:cNvPr>
          <p:cNvSpPr>
            <a:spLocks noGrp="1"/>
          </p:cNvSpPr>
          <p:nvPr>
            <p:ph type="subTitle" idx="1"/>
          </p:nvPr>
        </p:nvSpPr>
        <p:spPr/>
        <p:txBody>
          <a:bodyPr/>
          <a:lstStyle/>
          <a:p>
            <a:r>
              <a:rPr lang="en-US" dirty="0">
                <a:solidFill>
                  <a:schemeClr val="bg1"/>
                </a:solidFill>
              </a:rPr>
              <a:t>13. Morse Transmission Engine</a:t>
            </a:r>
          </a:p>
        </p:txBody>
      </p:sp>
      <p:sp>
        <p:nvSpPr>
          <p:cNvPr id="4" name="Text Placeholder 3">
            <a:extLst>
              <a:ext uri="{FF2B5EF4-FFF2-40B4-BE49-F238E27FC236}">
                <a16:creationId xmlns:a16="http://schemas.microsoft.com/office/drawing/2014/main" id="{ECC09046-011E-4492-EB52-D46AA51B578F}"/>
              </a:ext>
            </a:extLst>
          </p:cNvPr>
          <p:cNvSpPr>
            <a:spLocks noGrp="1"/>
          </p:cNvSpPr>
          <p:nvPr>
            <p:ph type="body" sz="quarter" idx="14"/>
          </p:nvPr>
        </p:nvSpPr>
        <p:spPr>
          <a:xfrm>
            <a:off x="1457749" y="2076258"/>
            <a:ext cx="7366000" cy="3411537"/>
          </a:xfrm>
        </p:spPr>
        <p:txBody>
          <a:bodyPr/>
          <a:lstStyle/>
          <a:p>
            <a:pPr marL="0" indent="0">
              <a:buNone/>
            </a:pPr>
            <a:r>
              <a:rPr lang="en-US" dirty="0"/>
              <a:t>• Converts characters to dots/dashes</a:t>
            </a:r>
            <a:br>
              <a:rPr lang="en-US" dirty="0"/>
            </a:br>
            <a:r>
              <a:rPr lang="en-US" dirty="0"/>
              <a:t>• Controls RF keying</a:t>
            </a:r>
            <a:br>
              <a:rPr lang="en-US" dirty="0"/>
            </a:br>
            <a:r>
              <a:rPr lang="en-US" dirty="0"/>
              <a:t>• Implements Morse timing rules</a:t>
            </a:r>
            <a:br>
              <a:rPr lang="en-US" dirty="0"/>
            </a:br>
            <a:r>
              <a:rPr lang="en-US" dirty="0"/>
              <a:t>• Low-power emergency beacon</a:t>
            </a:r>
          </a:p>
        </p:txBody>
      </p:sp>
      <p:sp>
        <p:nvSpPr>
          <p:cNvPr id="5" name="Slide Number Placeholder 4">
            <a:extLst>
              <a:ext uri="{FF2B5EF4-FFF2-40B4-BE49-F238E27FC236}">
                <a16:creationId xmlns:a16="http://schemas.microsoft.com/office/drawing/2014/main" id="{BDB4757C-3611-C68D-6DFD-30338372FD88}"/>
              </a:ext>
            </a:extLst>
          </p:cNvPr>
          <p:cNvSpPr>
            <a:spLocks noGrp="1"/>
          </p:cNvSpPr>
          <p:nvPr>
            <p:ph type="sldNum" sz="quarter" idx="4"/>
          </p:nvPr>
        </p:nvSpPr>
        <p:spPr/>
        <p:txBody>
          <a:bodyPr/>
          <a:lstStyle/>
          <a:p>
            <a:fld id="{8A7A6979-0714-4377-B894-6BE4C2D6E202}" type="slidenum">
              <a:rPr lang="en-US" smtClean="0"/>
              <a:pPr/>
              <a:t>15</a:t>
            </a:fld>
            <a:endParaRPr lang="en-US" dirty="0"/>
          </a:p>
        </p:txBody>
      </p:sp>
      <p:pic>
        <p:nvPicPr>
          <p:cNvPr id="7" name="Picture 6">
            <a:extLst>
              <a:ext uri="{FF2B5EF4-FFF2-40B4-BE49-F238E27FC236}">
                <a16:creationId xmlns:a16="http://schemas.microsoft.com/office/drawing/2014/main" id="{C0EF3DE9-072C-305F-A5D2-66D35796DDF3}"/>
              </a:ext>
            </a:extLst>
          </p:cNvPr>
          <p:cNvPicPr>
            <a:picLocks noChangeAspect="1"/>
          </p:cNvPicPr>
          <p:nvPr/>
        </p:nvPicPr>
        <p:blipFill>
          <a:blip r:embed="rId2"/>
          <a:stretch>
            <a:fillRect/>
          </a:stretch>
        </p:blipFill>
        <p:spPr>
          <a:xfrm>
            <a:off x="5656730" y="1849663"/>
            <a:ext cx="5077522" cy="4512044"/>
          </a:xfrm>
          <a:prstGeom prst="rect">
            <a:avLst/>
          </a:prstGeom>
        </p:spPr>
      </p:pic>
      <p:sp>
        <p:nvSpPr>
          <p:cNvPr id="6" name="Title 1">
            <a:extLst>
              <a:ext uri="{FF2B5EF4-FFF2-40B4-BE49-F238E27FC236}">
                <a16:creationId xmlns:a16="http://schemas.microsoft.com/office/drawing/2014/main" id="{6F16C36C-24F8-9F26-7734-185E44BA6B7F}"/>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17561560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C7D65063-717A-EC13-48E1-C295E02903D1}"/>
              </a:ext>
            </a:extLst>
          </p:cNvPr>
          <p:cNvSpPr>
            <a:spLocks noGrp="1"/>
          </p:cNvSpPr>
          <p:nvPr>
            <p:ph type="subTitle" idx="1"/>
          </p:nvPr>
        </p:nvSpPr>
        <p:spPr/>
        <p:txBody>
          <a:bodyPr/>
          <a:lstStyle/>
          <a:p>
            <a:r>
              <a:rPr lang="en-US" dirty="0">
                <a:solidFill>
                  <a:schemeClr val="bg1"/>
                </a:solidFill>
              </a:rPr>
              <a:t>14. Sensor Fusion (Attitude Estimation)</a:t>
            </a:r>
          </a:p>
        </p:txBody>
      </p:sp>
      <p:sp>
        <p:nvSpPr>
          <p:cNvPr id="4" name="Text Placeholder 3">
            <a:extLst>
              <a:ext uri="{FF2B5EF4-FFF2-40B4-BE49-F238E27FC236}">
                <a16:creationId xmlns:a16="http://schemas.microsoft.com/office/drawing/2014/main" id="{9ED18F5E-5D9F-DD8A-394B-0E04EEFCBF12}"/>
              </a:ext>
            </a:extLst>
          </p:cNvPr>
          <p:cNvSpPr>
            <a:spLocks noGrp="1"/>
          </p:cNvSpPr>
          <p:nvPr>
            <p:ph type="body" sz="quarter" idx="14"/>
          </p:nvPr>
        </p:nvSpPr>
        <p:spPr>
          <a:xfrm>
            <a:off x="1162573" y="1962540"/>
            <a:ext cx="7366000" cy="3411537"/>
          </a:xfrm>
        </p:spPr>
        <p:txBody>
          <a:bodyPr/>
          <a:lstStyle/>
          <a:p>
            <a:pPr marL="0" indent="0">
              <a:buNone/>
            </a:pPr>
            <a:r>
              <a:rPr lang="en-US" dirty="0"/>
              <a:t>• Accelerometer + gyroscope</a:t>
            </a:r>
            <a:br>
              <a:rPr lang="en-US" dirty="0"/>
            </a:br>
            <a:r>
              <a:rPr lang="en-US" dirty="0"/>
              <a:t>• Complementary filter</a:t>
            </a:r>
            <a:br>
              <a:rPr lang="en-US" dirty="0"/>
            </a:br>
            <a:r>
              <a:rPr lang="en-US" dirty="0"/>
              <a:t>• Low-power bypass logic</a:t>
            </a:r>
            <a:br>
              <a:rPr lang="en-US" dirty="0"/>
            </a:br>
            <a:r>
              <a:rPr lang="en-US" dirty="0"/>
              <a:t>• Pitch &amp; roll estimation</a:t>
            </a:r>
          </a:p>
        </p:txBody>
      </p:sp>
      <p:sp>
        <p:nvSpPr>
          <p:cNvPr id="5" name="Slide Number Placeholder 4">
            <a:extLst>
              <a:ext uri="{FF2B5EF4-FFF2-40B4-BE49-F238E27FC236}">
                <a16:creationId xmlns:a16="http://schemas.microsoft.com/office/drawing/2014/main" id="{91838FF0-E67A-84B5-C0B9-30496F726178}"/>
              </a:ext>
            </a:extLst>
          </p:cNvPr>
          <p:cNvSpPr>
            <a:spLocks noGrp="1"/>
          </p:cNvSpPr>
          <p:nvPr>
            <p:ph type="sldNum" sz="quarter" idx="4"/>
          </p:nvPr>
        </p:nvSpPr>
        <p:spPr/>
        <p:txBody>
          <a:bodyPr/>
          <a:lstStyle/>
          <a:p>
            <a:fld id="{8A7A6979-0714-4377-B894-6BE4C2D6E202}" type="slidenum">
              <a:rPr lang="en-US" smtClean="0"/>
              <a:pPr/>
              <a:t>16</a:t>
            </a:fld>
            <a:endParaRPr lang="en-US" dirty="0"/>
          </a:p>
        </p:txBody>
      </p:sp>
      <p:pic>
        <p:nvPicPr>
          <p:cNvPr id="7" name="Picture 6">
            <a:extLst>
              <a:ext uri="{FF2B5EF4-FFF2-40B4-BE49-F238E27FC236}">
                <a16:creationId xmlns:a16="http://schemas.microsoft.com/office/drawing/2014/main" id="{21CAF232-FC46-8F2C-838E-43EE74895AB5}"/>
              </a:ext>
            </a:extLst>
          </p:cNvPr>
          <p:cNvPicPr>
            <a:picLocks noChangeAspect="1"/>
          </p:cNvPicPr>
          <p:nvPr/>
        </p:nvPicPr>
        <p:blipFill>
          <a:blip r:embed="rId2"/>
          <a:stretch>
            <a:fillRect/>
          </a:stretch>
        </p:blipFill>
        <p:spPr>
          <a:xfrm>
            <a:off x="4343847" y="1962540"/>
            <a:ext cx="6591871" cy="3551228"/>
          </a:xfrm>
          <a:prstGeom prst="rect">
            <a:avLst/>
          </a:prstGeom>
        </p:spPr>
      </p:pic>
      <p:sp>
        <p:nvSpPr>
          <p:cNvPr id="6" name="Title 1">
            <a:extLst>
              <a:ext uri="{FF2B5EF4-FFF2-40B4-BE49-F238E27FC236}">
                <a16:creationId xmlns:a16="http://schemas.microsoft.com/office/drawing/2014/main" id="{D8BB9277-B1F4-3826-3738-3F552DE083F9}"/>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5176904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72C1C632-E852-D5A8-23A7-4D05C9688B8B}"/>
              </a:ext>
            </a:extLst>
          </p:cNvPr>
          <p:cNvSpPr>
            <a:spLocks noGrp="1"/>
          </p:cNvSpPr>
          <p:nvPr>
            <p:ph type="subTitle" idx="1"/>
          </p:nvPr>
        </p:nvSpPr>
        <p:spPr/>
        <p:txBody>
          <a:bodyPr/>
          <a:lstStyle/>
          <a:p>
            <a:r>
              <a:rPr lang="en-US" dirty="0">
                <a:solidFill>
                  <a:schemeClr val="bg1"/>
                </a:solidFill>
              </a:rPr>
              <a:t>15. Telemetry Collection and Packet Builder</a:t>
            </a:r>
          </a:p>
        </p:txBody>
      </p:sp>
      <p:sp>
        <p:nvSpPr>
          <p:cNvPr id="4" name="Text Placeholder 3">
            <a:extLst>
              <a:ext uri="{FF2B5EF4-FFF2-40B4-BE49-F238E27FC236}">
                <a16:creationId xmlns:a16="http://schemas.microsoft.com/office/drawing/2014/main" id="{81CDCDCB-C650-88CF-7C7E-E255467F1EA1}"/>
              </a:ext>
            </a:extLst>
          </p:cNvPr>
          <p:cNvSpPr>
            <a:spLocks noGrp="1"/>
          </p:cNvSpPr>
          <p:nvPr>
            <p:ph type="body" sz="quarter" idx="14"/>
          </p:nvPr>
        </p:nvSpPr>
        <p:spPr>
          <a:xfrm>
            <a:off x="1421931" y="1988704"/>
            <a:ext cx="7366000" cy="3411537"/>
          </a:xfrm>
        </p:spPr>
        <p:txBody>
          <a:bodyPr/>
          <a:lstStyle/>
          <a:p>
            <a:pPr marL="0" indent="0">
              <a:buNone/>
            </a:pPr>
            <a:r>
              <a:rPr lang="en-US" dirty="0"/>
              <a:t>• Reads all sensors</a:t>
            </a:r>
            <a:br>
              <a:rPr lang="en-US" dirty="0"/>
            </a:br>
            <a:r>
              <a:rPr lang="en-US" dirty="0"/>
              <a:t>• Determines power mode</a:t>
            </a:r>
            <a:br>
              <a:rPr lang="en-US" dirty="0"/>
            </a:br>
            <a:r>
              <a:rPr lang="en-US" dirty="0"/>
              <a:t>• Scales floats to integers</a:t>
            </a:r>
            <a:br>
              <a:rPr lang="en-US" dirty="0"/>
            </a:br>
            <a:r>
              <a:rPr lang="en-US" dirty="0"/>
              <a:t>• Builds telemetry packet</a:t>
            </a:r>
            <a:br>
              <a:rPr lang="en-US" dirty="0"/>
            </a:br>
            <a:r>
              <a:rPr lang="en-US" dirty="0"/>
              <a:t>• Calculates CRC</a:t>
            </a:r>
          </a:p>
        </p:txBody>
      </p:sp>
      <p:sp>
        <p:nvSpPr>
          <p:cNvPr id="5" name="Slide Number Placeholder 4">
            <a:extLst>
              <a:ext uri="{FF2B5EF4-FFF2-40B4-BE49-F238E27FC236}">
                <a16:creationId xmlns:a16="http://schemas.microsoft.com/office/drawing/2014/main" id="{1F0D8FBE-BD23-3587-92AB-270BC3BCEADA}"/>
              </a:ext>
            </a:extLst>
          </p:cNvPr>
          <p:cNvSpPr>
            <a:spLocks noGrp="1"/>
          </p:cNvSpPr>
          <p:nvPr>
            <p:ph type="sldNum" sz="quarter" idx="4"/>
          </p:nvPr>
        </p:nvSpPr>
        <p:spPr/>
        <p:txBody>
          <a:bodyPr/>
          <a:lstStyle/>
          <a:p>
            <a:fld id="{8A7A6979-0714-4377-B894-6BE4C2D6E202}" type="slidenum">
              <a:rPr lang="en-US" smtClean="0"/>
              <a:pPr/>
              <a:t>17</a:t>
            </a:fld>
            <a:endParaRPr lang="en-US" dirty="0"/>
          </a:p>
        </p:txBody>
      </p:sp>
      <p:pic>
        <p:nvPicPr>
          <p:cNvPr id="7" name="Picture 6">
            <a:extLst>
              <a:ext uri="{FF2B5EF4-FFF2-40B4-BE49-F238E27FC236}">
                <a16:creationId xmlns:a16="http://schemas.microsoft.com/office/drawing/2014/main" id="{99FB8339-B0F5-7F40-8DA8-B77579796B85}"/>
              </a:ext>
            </a:extLst>
          </p:cNvPr>
          <p:cNvPicPr>
            <a:picLocks noChangeAspect="1"/>
          </p:cNvPicPr>
          <p:nvPr/>
        </p:nvPicPr>
        <p:blipFill>
          <a:blip r:embed="rId2"/>
          <a:stretch>
            <a:fillRect/>
          </a:stretch>
        </p:blipFill>
        <p:spPr>
          <a:xfrm>
            <a:off x="4381820" y="1988704"/>
            <a:ext cx="6501575" cy="4099129"/>
          </a:xfrm>
          <a:prstGeom prst="rect">
            <a:avLst/>
          </a:prstGeom>
        </p:spPr>
      </p:pic>
      <p:sp>
        <p:nvSpPr>
          <p:cNvPr id="6" name="Title 1">
            <a:extLst>
              <a:ext uri="{FF2B5EF4-FFF2-40B4-BE49-F238E27FC236}">
                <a16:creationId xmlns:a16="http://schemas.microsoft.com/office/drawing/2014/main" id="{C6206C8D-C878-07D7-84C2-69A091775510}"/>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25926785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B8DE0AB-F2BE-38A1-CA41-0221EA979D30}"/>
              </a:ext>
            </a:extLst>
          </p:cNvPr>
          <p:cNvSpPr>
            <a:spLocks noGrp="1"/>
          </p:cNvSpPr>
          <p:nvPr>
            <p:ph type="subTitle" idx="1"/>
          </p:nvPr>
        </p:nvSpPr>
        <p:spPr/>
        <p:txBody>
          <a:bodyPr/>
          <a:lstStyle/>
          <a:p>
            <a:r>
              <a:rPr lang="en-US" dirty="0">
                <a:solidFill>
                  <a:schemeClr val="bg1"/>
                </a:solidFill>
              </a:rPr>
              <a:t>16. Morse Beacon</a:t>
            </a:r>
          </a:p>
        </p:txBody>
      </p:sp>
      <p:sp>
        <p:nvSpPr>
          <p:cNvPr id="4" name="Text Placeholder 3">
            <a:extLst>
              <a:ext uri="{FF2B5EF4-FFF2-40B4-BE49-F238E27FC236}">
                <a16:creationId xmlns:a16="http://schemas.microsoft.com/office/drawing/2014/main" id="{63C3B33D-DCDF-2621-AD68-BC68501F1412}"/>
              </a:ext>
            </a:extLst>
          </p:cNvPr>
          <p:cNvSpPr>
            <a:spLocks noGrp="1"/>
          </p:cNvSpPr>
          <p:nvPr>
            <p:ph type="body" sz="quarter" idx="14"/>
          </p:nvPr>
        </p:nvSpPr>
        <p:spPr>
          <a:xfrm>
            <a:off x="1430896" y="1962540"/>
            <a:ext cx="7366000" cy="3411537"/>
          </a:xfrm>
        </p:spPr>
        <p:txBody>
          <a:bodyPr/>
          <a:lstStyle/>
          <a:p>
            <a:r>
              <a:rPr lang="en-US" dirty="0"/>
              <a:t>Format sensor data into text and transmit in morse</a:t>
            </a:r>
          </a:p>
        </p:txBody>
      </p:sp>
      <p:sp>
        <p:nvSpPr>
          <p:cNvPr id="5" name="Slide Number Placeholder 4">
            <a:extLst>
              <a:ext uri="{FF2B5EF4-FFF2-40B4-BE49-F238E27FC236}">
                <a16:creationId xmlns:a16="http://schemas.microsoft.com/office/drawing/2014/main" id="{4015D543-427B-D14E-E1CD-C9369C8FDD3B}"/>
              </a:ext>
            </a:extLst>
          </p:cNvPr>
          <p:cNvSpPr>
            <a:spLocks noGrp="1"/>
          </p:cNvSpPr>
          <p:nvPr>
            <p:ph type="sldNum" sz="quarter" idx="4"/>
          </p:nvPr>
        </p:nvSpPr>
        <p:spPr/>
        <p:txBody>
          <a:bodyPr/>
          <a:lstStyle/>
          <a:p>
            <a:fld id="{8A7A6979-0714-4377-B894-6BE4C2D6E202}" type="slidenum">
              <a:rPr lang="en-US" smtClean="0"/>
              <a:pPr/>
              <a:t>18</a:t>
            </a:fld>
            <a:endParaRPr lang="en-US" dirty="0"/>
          </a:p>
        </p:txBody>
      </p:sp>
      <p:pic>
        <p:nvPicPr>
          <p:cNvPr id="7" name="Picture 6">
            <a:extLst>
              <a:ext uri="{FF2B5EF4-FFF2-40B4-BE49-F238E27FC236}">
                <a16:creationId xmlns:a16="http://schemas.microsoft.com/office/drawing/2014/main" id="{4A52C026-97C3-C5F2-C054-240C83A05F2E}"/>
              </a:ext>
            </a:extLst>
          </p:cNvPr>
          <p:cNvPicPr>
            <a:picLocks noChangeAspect="1"/>
          </p:cNvPicPr>
          <p:nvPr/>
        </p:nvPicPr>
        <p:blipFill>
          <a:blip r:embed="rId2"/>
          <a:stretch>
            <a:fillRect/>
          </a:stretch>
        </p:blipFill>
        <p:spPr>
          <a:xfrm>
            <a:off x="1732184" y="2370951"/>
            <a:ext cx="6302286" cy="3810330"/>
          </a:xfrm>
          <a:prstGeom prst="rect">
            <a:avLst/>
          </a:prstGeom>
        </p:spPr>
      </p:pic>
      <p:sp>
        <p:nvSpPr>
          <p:cNvPr id="6" name="Title 1">
            <a:extLst>
              <a:ext uri="{FF2B5EF4-FFF2-40B4-BE49-F238E27FC236}">
                <a16:creationId xmlns:a16="http://schemas.microsoft.com/office/drawing/2014/main" id="{230969B0-1869-4136-E583-9A6B05713458}"/>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2993423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9EC346B-2EA8-4638-4A8F-B62327BA3E4A}"/>
              </a:ext>
            </a:extLst>
          </p:cNvPr>
          <p:cNvSpPr>
            <a:spLocks noGrp="1"/>
          </p:cNvSpPr>
          <p:nvPr>
            <p:ph type="subTitle" idx="1"/>
          </p:nvPr>
        </p:nvSpPr>
        <p:spPr/>
        <p:txBody>
          <a:bodyPr/>
          <a:lstStyle/>
          <a:p>
            <a:r>
              <a:rPr lang="en-US" dirty="0">
                <a:solidFill>
                  <a:schemeClr val="bg1"/>
                </a:solidFill>
              </a:rPr>
              <a:t>17. GFSK Telemetry Transmission</a:t>
            </a:r>
          </a:p>
        </p:txBody>
      </p:sp>
      <p:sp>
        <p:nvSpPr>
          <p:cNvPr id="4" name="Text Placeholder 3">
            <a:extLst>
              <a:ext uri="{FF2B5EF4-FFF2-40B4-BE49-F238E27FC236}">
                <a16:creationId xmlns:a16="http://schemas.microsoft.com/office/drawing/2014/main" id="{AEA1108E-658C-F238-2728-7D21214C0368}"/>
              </a:ext>
            </a:extLst>
          </p:cNvPr>
          <p:cNvSpPr>
            <a:spLocks noGrp="1"/>
          </p:cNvSpPr>
          <p:nvPr>
            <p:ph type="body" sz="quarter" idx="14"/>
          </p:nvPr>
        </p:nvSpPr>
        <p:spPr>
          <a:xfrm>
            <a:off x="1412966" y="1962540"/>
            <a:ext cx="7366000" cy="3411537"/>
          </a:xfrm>
        </p:spPr>
        <p:txBody>
          <a:bodyPr/>
          <a:lstStyle/>
          <a:p>
            <a:pPr marL="0" indent="0">
              <a:buNone/>
            </a:pPr>
            <a:r>
              <a:rPr lang="en-US" dirty="0"/>
              <a:t>• High-speed telemetry</a:t>
            </a:r>
            <a:br>
              <a:rPr lang="en-US" dirty="0"/>
            </a:br>
            <a:r>
              <a:rPr lang="en-US" dirty="0"/>
              <a:t>• Packet-based communication</a:t>
            </a:r>
            <a:br>
              <a:rPr lang="en-US" dirty="0"/>
            </a:br>
            <a:r>
              <a:rPr lang="en-US" dirty="0"/>
              <a:t>• CRC protected</a:t>
            </a:r>
            <a:br>
              <a:rPr lang="en-US" dirty="0"/>
            </a:br>
            <a:r>
              <a:rPr lang="en-US" dirty="0"/>
              <a:t>• Power-controlled</a:t>
            </a:r>
          </a:p>
        </p:txBody>
      </p:sp>
      <p:sp>
        <p:nvSpPr>
          <p:cNvPr id="5" name="Slide Number Placeholder 4">
            <a:extLst>
              <a:ext uri="{FF2B5EF4-FFF2-40B4-BE49-F238E27FC236}">
                <a16:creationId xmlns:a16="http://schemas.microsoft.com/office/drawing/2014/main" id="{90111302-7B07-FCEB-363F-6946F6DF37C4}"/>
              </a:ext>
            </a:extLst>
          </p:cNvPr>
          <p:cNvSpPr>
            <a:spLocks noGrp="1"/>
          </p:cNvSpPr>
          <p:nvPr>
            <p:ph type="sldNum" sz="quarter" idx="4"/>
          </p:nvPr>
        </p:nvSpPr>
        <p:spPr/>
        <p:txBody>
          <a:bodyPr/>
          <a:lstStyle/>
          <a:p>
            <a:fld id="{8A7A6979-0714-4377-B894-6BE4C2D6E202}" type="slidenum">
              <a:rPr lang="en-US" smtClean="0"/>
              <a:pPr/>
              <a:t>19</a:t>
            </a:fld>
            <a:endParaRPr lang="en-US" dirty="0"/>
          </a:p>
        </p:txBody>
      </p:sp>
      <p:pic>
        <p:nvPicPr>
          <p:cNvPr id="7" name="Picture 6">
            <a:extLst>
              <a:ext uri="{FF2B5EF4-FFF2-40B4-BE49-F238E27FC236}">
                <a16:creationId xmlns:a16="http://schemas.microsoft.com/office/drawing/2014/main" id="{D3C0E15C-E069-FE8A-A691-AC1C65B564E0}"/>
              </a:ext>
            </a:extLst>
          </p:cNvPr>
          <p:cNvPicPr>
            <a:picLocks noChangeAspect="1"/>
          </p:cNvPicPr>
          <p:nvPr/>
        </p:nvPicPr>
        <p:blipFill>
          <a:blip r:embed="rId2"/>
          <a:stretch>
            <a:fillRect/>
          </a:stretch>
        </p:blipFill>
        <p:spPr>
          <a:xfrm>
            <a:off x="1412966" y="3280035"/>
            <a:ext cx="8116003" cy="2568163"/>
          </a:xfrm>
          <a:prstGeom prst="rect">
            <a:avLst/>
          </a:prstGeom>
        </p:spPr>
      </p:pic>
      <p:sp>
        <p:nvSpPr>
          <p:cNvPr id="6" name="Title 1">
            <a:extLst>
              <a:ext uri="{FF2B5EF4-FFF2-40B4-BE49-F238E27FC236}">
                <a16:creationId xmlns:a16="http://schemas.microsoft.com/office/drawing/2014/main" id="{753712DB-4304-A260-7444-77F770F5FCCD}"/>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31167088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0E64CA8-CF25-922A-75E8-2563051D1F74}"/>
              </a:ext>
            </a:extLst>
          </p:cNvPr>
          <p:cNvSpPr>
            <a:spLocks noGrp="1"/>
          </p:cNvSpPr>
          <p:nvPr>
            <p:ph type="subTitle" idx="1"/>
          </p:nvPr>
        </p:nvSpPr>
        <p:spPr/>
        <p:txBody>
          <a:bodyPr/>
          <a:lstStyle/>
          <a:p>
            <a:r>
              <a:rPr lang="en-US" dirty="0">
                <a:solidFill>
                  <a:schemeClr val="bg1"/>
                </a:solidFill>
              </a:rPr>
              <a:t>18. Antenna Deployment System</a:t>
            </a:r>
          </a:p>
        </p:txBody>
      </p:sp>
      <p:sp>
        <p:nvSpPr>
          <p:cNvPr id="4" name="Text Placeholder 3">
            <a:extLst>
              <a:ext uri="{FF2B5EF4-FFF2-40B4-BE49-F238E27FC236}">
                <a16:creationId xmlns:a16="http://schemas.microsoft.com/office/drawing/2014/main" id="{9958CA17-BE20-7422-4E9D-02052E56717C}"/>
              </a:ext>
            </a:extLst>
          </p:cNvPr>
          <p:cNvSpPr>
            <a:spLocks noGrp="1"/>
          </p:cNvSpPr>
          <p:nvPr>
            <p:ph type="body" sz="quarter" idx="14"/>
          </p:nvPr>
        </p:nvSpPr>
        <p:spPr>
          <a:xfrm>
            <a:off x="1412967" y="1863928"/>
            <a:ext cx="7366000" cy="3411537"/>
          </a:xfrm>
        </p:spPr>
        <p:txBody>
          <a:bodyPr/>
          <a:lstStyle/>
          <a:p>
            <a:pPr marL="0" indent="0">
              <a:buNone/>
            </a:pPr>
            <a:r>
              <a:rPr lang="en-US" dirty="0"/>
              <a:t>• FRAM-backed attempt counter</a:t>
            </a:r>
            <a:br>
              <a:rPr lang="en-US" dirty="0"/>
            </a:br>
            <a:r>
              <a:rPr lang="en-US" dirty="0"/>
              <a:t>• Pulsed burn wire heating</a:t>
            </a:r>
            <a:br>
              <a:rPr lang="en-US" dirty="0"/>
            </a:br>
            <a:r>
              <a:rPr lang="en-US" dirty="0"/>
              <a:t>• Automatic snap detection</a:t>
            </a:r>
            <a:br>
              <a:rPr lang="en-US" dirty="0"/>
            </a:br>
            <a:r>
              <a:rPr lang="en-US" dirty="0"/>
              <a:t>• Battery-safe deployment</a:t>
            </a:r>
          </a:p>
        </p:txBody>
      </p:sp>
      <p:sp>
        <p:nvSpPr>
          <p:cNvPr id="5" name="Slide Number Placeholder 4">
            <a:extLst>
              <a:ext uri="{FF2B5EF4-FFF2-40B4-BE49-F238E27FC236}">
                <a16:creationId xmlns:a16="http://schemas.microsoft.com/office/drawing/2014/main" id="{1AF9559A-7BDF-F17F-DA6A-88A84CABE00C}"/>
              </a:ext>
            </a:extLst>
          </p:cNvPr>
          <p:cNvSpPr>
            <a:spLocks noGrp="1"/>
          </p:cNvSpPr>
          <p:nvPr>
            <p:ph type="sldNum" sz="quarter" idx="4"/>
          </p:nvPr>
        </p:nvSpPr>
        <p:spPr/>
        <p:txBody>
          <a:bodyPr/>
          <a:lstStyle/>
          <a:p>
            <a:fld id="{8A7A6979-0714-4377-B894-6BE4C2D6E202}" type="slidenum">
              <a:rPr lang="en-US" smtClean="0"/>
              <a:pPr/>
              <a:t>20</a:t>
            </a:fld>
            <a:endParaRPr lang="en-US" dirty="0"/>
          </a:p>
        </p:txBody>
      </p:sp>
      <p:pic>
        <p:nvPicPr>
          <p:cNvPr id="7" name="Picture 6">
            <a:extLst>
              <a:ext uri="{FF2B5EF4-FFF2-40B4-BE49-F238E27FC236}">
                <a16:creationId xmlns:a16="http://schemas.microsoft.com/office/drawing/2014/main" id="{2BC0D791-8916-0730-E4E2-01F9481090B6}"/>
              </a:ext>
            </a:extLst>
          </p:cNvPr>
          <p:cNvPicPr>
            <a:picLocks noChangeAspect="1"/>
          </p:cNvPicPr>
          <p:nvPr/>
        </p:nvPicPr>
        <p:blipFill>
          <a:blip r:embed="rId2"/>
          <a:stretch>
            <a:fillRect/>
          </a:stretch>
        </p:blipFill>
        <p:spPr>
          <a:xfrm>
            <a:off x="1412967" y="3117789"/>
            <a:ext cx="6111770" cy="2911092"/>
          </a:xfrm>
          <a:prstGeom prst="rect">
            <a:avLst/>
          </a:prstGeom>
        </p:spPr>
      </p:pic>
      <p:sp>
        <p:nvSpPr>
          <p:cNvPr id="6" name="Title 1">
            <a:extLst>
              <a:ext uri="{FF2B5EF4-FFF2-40B4-BE49-F238E27FC236}">
                <a16:creationId xmlns:a16="http://schemas.microsoft.com/office/drawing/2014/main" id="{878B5048-F1C5-2974-B824-86225C91EA46}"/>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16857067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150DD5B2-5858-F8F8-0934-C1BB4D6D989E}"/>
              </a:ext>
            </a:extLst>
          </p:cNvPr>
          <p:cNvSpPr>
            <a:spLocks noGrp="1"/>
          </p:cNvSpPr>
          <p:nvPr>
            <p:ph type="subTitle" idx="1"/>
          </p:nvPr>
        </p:nvSpPr>
        <p:spPr/>
        <p:txBody>
          <a:bodyPr/>
          <a:lstStyle/>
          <a:p>
            <a:r>
              <a:rPr lang="en-US" dirty="0">
                <a:solidFill>
                  <a:schemeClr val="bg1"/>
                </a:solidFill>
              </a:rPr>
              <a:t>19. Setup Function (Boot Sequence)</a:t>
            </a:r>
          </a:p>
        </p:txBody>
      </p:sp>
      <p:sp>
        <p:nvSpPr>
          <p:cNvPr id="4" name="Text Placeholder 3">
            <a:extLst>
              <a:ext uri="{FF2B5EF4-FFF2-40B4-BE49-F238E27FC236}">
                <a16:creationId xmlns:a16="http://schemas.microsoft.com/office/drawing/2014/main" id="{0347586D-0636-34C9-77EA-B075091E5675}"/>
              </a:ext>
            </a:extLst>
          </p:cNvPr>
          <p:cNvSpPr>
            <a:spLocks noGrp="1"/>
          </p:cNvSpPr>
          <p:nvPr>
            <p:ph type="body" sz="quarter" idx="14"/>
          </p:nvPr>
        </p:nvSpPr>
        <p:spPr>
          <a:xfrm>
            <a:off x="1412966" y="1872893"/>
            <a:ext cx="7366000" cy="3411537"/>
          </a:xfrm>
        </p:spPr>
        <p:txBody>
          <a:bodyPr/>
          <a:lstStyle/>
          <a:p>
            <a:pPr marL="0" indent="0">
              <a:buNone/>
            </a:pPr>
            <a:r>
              <a:rPr lang="en-US" dirty="0"/>
              <a:t>• Initializes hardware</a:t>
            </a:r>
            <a:br>
              <a:rPr lang="en-US" dirty="0"/>
            </a:br>
            <a:r>
              <a:rPr lang="en-US" dirty="0"/>
              <a:t>• Checks sensors</a:t>
            </a:r>
            <a:br>
              <a:rPr lang="en-US" dirty="0"/>
            </a:br>
            <a:r>
              <a:rPr lang="en-US" dirty="0"/>
              <a:t>• Loads FRAM state</a:t>
            </a:r>
            <a:br>
              <a:rPr lang="en-US" dirty="0"/>
            </a:br>
            <a:r>
              <a:rPr lang="en-US" dirty="0"/>
              <a:t>• Runs deployment logic</a:t>
            </a:r>
            <a:br>
              <a:rPr lang="en-US" dirty="0"/>
            </a:br>
            <a:r>
              <a:rPr lang="en-US" dirty="0"/>
              <a:t>• Arms the satellite</a:t>
            </a:r>
          </a:p>
        </p:txBody>
      </p:sp>
      <p:sp>
        <p:nvSpPr>
          <p:cNvPr id="5" name="Slide Number Placeholder 4">
            <a:extLst>
              <a:ext uri="{FF2B5EF4-FFF2-40B4-BE49-F238E27FC236}">
                <a16:creationId xmlns:a16="http://schemas.microsoft.com/office/drawing/2014/main" id="{026924D2-EDC6-252F-A8E7-89B7AF818473}"/>
              </a:ext>
            </a:extLst>
          </p:cNvPr>
          <p:cNvSpPr>
            <a:spLocks noGrp="1"/>
          </p:cNvSpPr>
          <p:nvPr>
            <p:ph type="sldNum" sz="quarter" idx="4"/>
          </p:nvPr>
        </p:nvSpPr>
        <p:spPr/>
        <p:txBody>
          <a:bodyPr/>
          <a:lstStyle/>
          <a:p>
            <a:fld id="{8A7A6979-0714-4377-B894-6BE4C2D6E202}" type="slidenum">
              <a:rPr lang="en-US" smtClean="0"/>
              <a:pPr/>
              <a:t>21</a:t>
            </a:fld>
            <a:endParaRPr lang="en-US" dirty="0"/>
          </a:p>
        </p:txBody>
      </p:sp>
      <p:pic>
        <p:nvPicPr>
          <p:cNvPr id="7" name="Picture 6">
            <a:extLst>
              <a:ext uri="{FF2B5EF4-FFF2-40B4-BE49-F238E27FC236}">
                <a16:creationId xmlns:a16="http://schemas.microsoft.com/office/drawing/2014/main" id="{176F6CAB-E1D1-0763-F169-1AD4BD7F4593}"/>
              </a:ext>
            </a:extLst>
          </p:cNvPr>
          <p:cNvPicPr>
            <a:picLocks noChangeAspect="1"/>
          </p:cNvPicPr>
          <p:nvPr/>
        </p:nvPicPr>
        <p:blipFill>
          <a:blip r:embed="rId2"/>
          <a:stretch>
            <a:fillRect/>
          </a:stretch>
        </p:blipFill>
        <p:spPr>
          <a:xfrm>
            <a:off x="4400189" y="1856707"/>
            <a:ext cx="5258256" cy="2766300"/>
          </a:xfrm>
          <a:prstGeom prst="rect">
            <a:avLst/>
          </a:prstGeom>
        </p:spPr>
      </p:pic>
      <p:sp>
        <p:nvSpPr>
          <p:cNvPr id="6" name="Title 1">
            <a:extLst>
              <a:ext uri="{FF2B5EF4-FFF2-40B4-BE49-F238E27FC236}">
                <a16:creationId xmlns:a16="http://schemas.microsoft.com/office/drawing/2014/main" id="{A6EC95CD-4DA3-41D6-E314-DE887D165A14}"/>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16952815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11E295D-9AE7-10F8-8499-3D89C7C46791}"/>
              </a:ext>
            </a:extLst>
          </p:cNvPr>
          <p:cNvSpPr>
            <a:spLocks noGrp="1"/>
          </p:cNvSpPr>
          <p:nvPr>
            <p:ph type="subTitle" idx="1"/>
          </p:nvPr>
        </p:nvSpPr>
        <p:spPr/>
        <p:txBody>
          <a:bodyPr/>
          <a:lstStyle/>
          <a:p>
            <a:r>
              <a:rPr lang="en-US" dirty="0">
                <a:solidFill>
                  <a:schemeClr val="bg1"/>
                </a:solidFill>
              </a:rPr>
              <a:t>20. Main Control Loop (Autonomous Logic)</a:t>
            </a:r>
          </a:p>
        </p:txBody>
      </p:sp>
      <p:sp>
        <p:nvSpPr>
          <p:cNvPr id="4" name="Text Placeholder 3">
            <a:extLst>
              <a:ext uri="{FF2B5EF4-FFF2-40B4-BE49-F238E27FC236}">
                <a16:creationId xmlns:a16="http://schemas.microsoft.com/office/drawing/2014/main" id="{8EBF4462-053D-8D58-CB83-B4C1C9CC3FD8}"/>
              </a:ext>
            </a:extLst>
          </p:cNvPr>
          <p:cNvSpPr>
            <a:spLocks noGrp="1"/>
          </p:cNvSpPr>
          <p:nvPr>
            <p:ph type="body" sz="quarter" idx="14"/>
          </p:nvPr>
        </p:nvSpPr>
        <p:spPr>
          <a:xfrm>
            <a:off x="1448826" y="1892154"/>
            <a:ext cx="7366000" cy="3411537"/>
          </a:xfrm>
        </p:spPr>
        <p:txBody>
          <a:bodyPr/>
          <a:lstStyle/>
          <a:p>
            <a:pPr marL="0" indent="0">
              <a:buNone/>
            </a:pPr>
            <a:r>
              <a:rPr lang="en-US" dirty="0"/>
              <a:t>• Reads battery voltage</a:t>
            </a:r>
            <a:br>
              <a:rPr lang="en-US" dirty="0"/>
            </a:br>
            <a:r>
              <a:rPr lang="en-US" dirty="0"/>
              <a:t>• Selects power mode</a:t>
            </a:r>
            <a:br>
              <a:rPr lang="en-US" dirty="0"/>
            </a:br>
            <a:r>
              <a:rPr lang="en-US" dirty="0"/>
              <a:t>• Sends telemetry</a:t>
            </a:r>
            <a:br>
              <a:rPr lang="en-US" dirty="0"/>
            </a:br>
            <a:r>
              <a:rPr lang="en-US" dirty="0"/>
              <a:t>• Logs to FRAM</a:t>
            </a:r>
            <a:br>
              <a:rPr lang="en-US" dirty="0"/>
            </a:br>
            <a:r>
              <a:rPr lang="en-US" dirty="0"/>
              <a:t>• Sleeps</a:t>
            </a:r>
          </a:p>
        </p:txBody>
      </p:sp>
      <p:sp>
        <p:nvSpPr>
          <p:cNvPr id="5" name="Slide Number Placeholder 4">
            <a:extLst>
              <a:ext uri="{FF2B5EF4-FFF2-40B4-BE49-F238E27FC236}">
                <a16:creationId xmlns:a16="http://schemas.microsoft.com/office/drawing/2014/main" id="{7BD159BA-2EF7-AA12-A1F9-F0AACFAC8A9B}"/>
              </a:ext>
            </a:extLst>
          </p:cNvPr>
          <p:cNvSpPr>
            <a:spLocks noGrp="1"/>
          </p:cNvSpPr>
          <p:nvPr>
            <p:ph type="sldNum" sz="quarter" idx="4"/>
          </p:nvPr>
        </p:nvSpPr>
        <p:spPr/>
        <p:txBody>
          <a:bodyPr/>
          <a:lstStyle/>
          <a:p>
            <a:fld id="{8A7A6979-0714-4377-B894-6BE4C2D6E202}" type="slidenum">
              <a:rPr lang="en-US" smtClean="0"/>
              <a:pPr/>
              <a:t>22</a:t>
            </a:fld>
            <a:endParaRPr lang="en-US" dirty="0"/>
          </a:p>
        </p:txBody>
      </p:sp>
      <p:pic>
        <p:nvPicPr>
          <p:cNvPr id="7" name="Picture 6">
            <a:extLst>
              <a:ext uri="{FF2B5EF4-FFF2-40B4-BE49-F238E27FC236}">
                <a16:creationId xmlns:a16="http://schemas.microsoft.com/office/drawing/2014/main" id="{247D7D4D-3CDA-C104-9CA9-7842D42664BE}"/>
              </a:ext>
            </a:extLst>
          </p:cNvPr>
          <p:cNvPicPr>
            <a:picLocks noChangeAspect="1"/>
          </p:cNvPicPr>
          <p:nvPr/>
        </p:nvPicPr>
        <p:blipFill>
          <a:blip r:embed="rId2"/>
          <a:stretch>
            <a:fillRect/>
          </a:stretch>
        </p:blipFill>
        <p:spPr>
          <a:xfrm>
            <a:off x="4704549" y="1892154"/>
            <a:ext cx="5334462" cy="3314987"/>
          </a:xfrm>
          <a:prstGeom prst="rect">
            <a:avLst/>
          </a:prstGeom>
        </p:spPr>
      </p:pic>
      <p:sp>
        <p:nvSpPr>
          <p:cNvPr id="6" name="Title 1">
            <a:extLst>
              <a:ext uri="{FF2B5EF4-FFF2-40B4-BE49-F238E27FC236}">
                <a16:creationId xmlns:a16="http://schemas.microsoft.com/office/drawing/2014/main" id="{F8E3411F-CDCB-C228-C1D3-F95FAE6CE21C}"/>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31722818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AB47403-8A6F-5FB4-EE93-2FDDAED4FC77}"/>
              </a:ext>
            </a:extLst>
          </p:cNvPr>
          <p:cNvSpPr>
            <a:spLocks noGrp="1"/>
          </p:cNvSpPr>
          <p:nvPr>
            <p:ph type="subTitle" idx="1"/>
          </p:nvPr>
        </p:nvSpPr>
        <p:spPr/>
        <p:txBody>
          <a:bodyPr/>
          <a:lstStyle/>
          <a:p>
            <a:r>
              <a:rPr lang="en-US" dirty="0">
                <a:solidFill>
                  <a:schemeClr val="bg1"/>
                </a:solidFill>
              </a:rPr>
              <a:t>Why this Software is Flight-Grade</a:t>
            </a:r>
          </a:p>
        </p:txBody>
      </p:sp>
      <p:sp>
        <p:nvSpPr>
          <p:cNvPr id="4" name="Text Placeholder 3">
            <a:extLst>
              <a:ext uri="{FF2B5EF4-FFF2-40B4-BE49-F238E27FC236}">
                <a16:creationId xmlns:a16="http://schemas.microsoft.com/office/drawing/2014/main" id="{41ED0592-5D09-E45E-348F-9007B7232660}"/>
              </a:ext>
            </a:extLst>
          </p:cNvPr>
          <p:cNvSpPr>
            <a:spLocks noGrp="1"/>
          </p:cNvSpPr>
          <p:nvPr>
            <p:ph type="body" sz="quarter" idx="14"/>
          </p:nvPr>
        </p:nvSpPr>
        <p:spPr>
          <a:xfrm>
            <a:off x="1197814" y="1962540"/>
            <a:ext cx="7366000" cy="3411537"/>
          </a:xfrm>
        </p:spPr>
        <p:txBody>
          <a:bodyPr/>
          <a:lstStyle/>
          <a:p>
            <a:pPr marL="0" indent="0">
              <a:buNone/>
            </a:pPr>
            <a:r>
              <a:rPr lang="en-US" dirty="0"/>
              <a:t>• Autonomous</a:t>
            </a:r>
            <a:br>
              <a:rPr lang="en-US" dirty="0"/>
            </a:br>
            <a:r>
              <a:rPr lang="en-US" dirty="0"/>
              <a:t>• Power-aware</a:t>
            </a:r>
            <a:br>
              <a:rPr lang="en-US" dirty="0"/>
            </a:br>
            <a:r>
              <a:rPr lang="en-US" dirty="0"/>
              <a:t>• Fault-tolerant</a:t>
            </a:r>
            <a:br>
              <a:rPr lang="en-US" dirty="0"/>
            </a:br>
            <a:r>
              <a:rPr lang="en-US" dirty="0"/>
              <a:t>• Redundant communication</a:t>
            </a:r>
            <a:br>
              <a:rPr lang="en-US" dirty="0"/>
            </a:br>
            <a:r>
              <a:rPr lang="en-US" dirty="0"/>
              <a:t>• Persistent memory</a:t>
            </a:r>
            <a:br>
              <a:rPr lang="en-US" dirty="0"/>
            </a:br>
            <a:r>
              <a:rPr lang="en-US" dirty="0"/>
              <a:t>• Real satellite architecture</a:t>
            </a:r>
          </a:p>
        </p:txBody>
      </p:sp>
      <p:sp>
        <p:nvSpPr>
          <p:cNvPr id="5" name="Slide Number Placeholder 4">
            <a:extLst>
              <a:ext uri="{FF2B5EF4-FFF2-40B4-BE49-F238E27FC236}">
                <a16:creationId xmlns:a16="http://schemas.microsoft.com/office/drawing/2014/main" id="{98EE3BBD-ABB6-DB98-8662-501FC833A49C}"/>
              </a:ext>
            </a:extLst>
          </p:cNvPr>
          <p:cNvSpPr>
            <a:spLocks noGrp="1"/>
          </p:cNvSpPr>
          <p:nvPr>
            <p:ph type="sldNum" sz="quarter" idx="4"/>
          </p:nvPr>
        </p:nvSpPr>
        <p:spPr/>
        <p:txBody>
          <a:bodyPr/>
          <a:lstStyle/>
          <a:p>
            <a:fld id="{8A7A6979-0714-4377-B894-6BE4C2D6E202}" type="slidenum">
              <a:rPr lang="en-US" smtClean="0"/>
              <a:pPr/>
              <a:t>23</a:t>
            </a:fld>
            <a:endParaRPr lang="en-US" dirty="0"/>
          </a:p>
        </p:txBody>
      </p:sp>
      <p:sp>
        <p:nvSpPr>
          <p:cNvPr id="6" name="Title 1">
            <a:extLst>
              <a:ext uri="{FF2B5EF4-FFF2-40B4-BE49-F238E27FC236}">
                <a16:creationId xmlns:a16="http://schemas.microsoft.com/office/drawing/2014/main" id="{0EC52E57-4951-46DC-7996-CB5E51C68678}"/>
              </a:ext>
            </a:extLst>
          </p:cNvPr>
          <p:cNvSpPr>
            <a:spLocks noGrp="1"/>
          </p:cNvSpPr>
          <p:nvPr>
            <p:ph type="ctrTitle"/>
          </p:nvPr>
        </p:nvSpPr>
        <p:spPr>
          <a:xfrm>
            <a:off x="1042988" y="442913"/>
            <a:ext cx="9234487" cy="512762"/>
          </a:xfrm>
        </p:spPr>
        <p:txBody>
          <a:bodyPr/>
          <a:lstStyle/>
          <a:p>
            <a:r>
              <a:rPr lang="en-US" dirty="0"/>
              <a:t>Pikoqube Software Overview</a:t>
            </a:r>
          </a:p>
        </p:txBody>
      </p:sp>
    </p:spTree>
    <p:extLst>
      <p:ext uri="{BB962C8B-B14F-4D97-AF65-F5344CB8AC3E}">
        <p14:creationId xmlns:p14="http://schemas.microsoft.com/office/powerpoint/2010/main" val="20519164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303424EE-B5DC-0ACF-5A9C-FA1E3EE1318A}"/>
              </a:ext>
            </a:extLst>
          </p:cNvPr>
          <p:cNvSpPr>
            <a:spLocks noGrp="1"/>
          </p:cNvSpPr>
          <p:nvPr>
            <p:ph type="body" sz="quarter" idx="14"/>
          </p:nvPr>
        </p:nvSpPr>
        <p:spPr>
          <a:xfrm>
            <a:off x="2413000" y="3105540"/>
            <a:ext cx="7366000" cy="323460"/>
          </a:xfrm>
        </p:spPr>
        <p:txBody>
          <a:bodyPr>
            <a:noAutofit/>
          </a:bodyPr>
          <a:lstStyle/>
          <a:p>
            <a:pPr marL="0" indent="0" algn="ctr">
              <a:buNone/>
            </a:pPr>
            <a:r>
              <a:rPr lang="en-US" sz="7200" b="1" dirty="0"/>
              <a:t>THANK YOU!</a:t>
            </a:r>
          </a:p>
        </p:txBody>
      </p:sp>
      <p:sp>
        <p:nvSpPr>
          <p:cNvPr id="5" name="Slide Number Placeholder 4">
            <a:extLst>
              <a:ext uri="{FF2B5EF4-FFF2-40B4-BE49-F238E27FC236}">
                <a16:creationId xmlns:a16="http://schemas.microsoft.com/office/drawing/2014/main" id="{EA8BD8EB-04C8-5377-0AE3-5E071525B79F}"/>
              </a:ext>
            </a:extLst>
          </p:cNvPr>
          <p:cNvSpPr>
            <a:spLocks noGrp="1"/>
          </p:cNvSpPr>
          <p:nvPr>
            <p:ph type="sldNum" sz="quarter" idx="4"/>
          </p:nvPr>
        </p:nvSpPr>
        <p:spPr/>
        <p:txBody>
          <a:bodyPr/>
          <a:lstStyle/>
          <a:p>
            <a:fld id="{8A7A6979-0714-4377-B894-6BE4C2D6E202}" type="slidenum">
              <a:rPr lang="en-US" smtClean="0"/>
              <a:pPr/>
              <a:t>24</a:t>
            </a:fld>
            <a:endParaRPr lang="en-US" dirty="0"/>
          </a:p>
        </p:txBody>
      </p:sp>
    </p:spTree>
    <p:extLst>
      <p:ext uri="{BB962C8B-B14F-4D97-AF65-F5344CB8AC3E}">
        <p14:creationId xmlns:p14="http://schemas.microsoft.com/office/powerpoint/2010/main" val="3020416073"/>
      </p:ext>
    </p:extLst>
  </p:cSld>
  <p:clrMapOvr>
    <a:masterClrMapping/>
  </p:clrMapOvr>
</p:sld>
</file>

<file path=ppt/theme/theme1.xml><?xml version="1.0" encoding="utf-8"?>
<a:theme xmlns:a="http://schemas.openxmlformats.org/drawingml/2006/main" name="Purdue1">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PurdueBrand">
      <a:majorFont>
        <a:latin typeface="Acumin Pro ExtraCondensed Smbd"/>
        <a:ea typeface=""/>
        <a:cs typeface=""/>
      </a:majorFont>
      <a:minorFont>
        <a:latin typeface="Acumin Pro"/>
        <a:ea typeface=""/>
        <a:cs typeface=""/>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resentation8" id="{F3F9BA8E-5721-4945-9A4E-E609CC69C87F}" vid="{4328B952-57D1-CE4E-95DB-48CB60DE7D6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PU-AAE-Template_Gold_WideScreen</Template>
  <TotalTime>3807</TotalTime>
  <Words>785</Words>
  <Application>Microsoft Office PowerPoint</Application>
  <PresentationFormat>Widescreen</PresentationFormat>
  <Paragraphs>101</Paragraphs>
  <Slides>24</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Acumin Pro ExtraCondensed Smbd</vt:lpstr>
      <vt:lpstr>Acumin Pro ExtraCondensed</vt:lpstr>
      <vt:lpstr>Acumin Pro</vt:lpstr>
      <vt:lpstr>United Sans Cd Md</vt:lpstr>
      <vt:lpstr>Acumin Pro SemiCondensed</vt:lpstr>
      <vt:lpstr>Wingdings</vt:lpstr>
      <vt:lpstr>Arial</vt:lpstr>
      <vt:lpstr>Acumin Pro Medium</vt:lpstr>
      <vt:lpstr>Calibri</vt:lpstr>
      <vt:lpstr>United Sans Reg Medium</vt:lpstr>
      <vt:lpstr>Acumin Pro Semibold</vt:lpstr>
      <vt:lpstr>Purdue1</vt:lpstr>
      <vt:lpstr>Pikoqube software overview</vt:lpstr>
      <vt:lpstr>Pikoqube Software Overview</vt:lpstr>
      <vt:lpstr>Pikoqube Software Overview</vt:lpstr>
      <vt:lpstr>Pikoqube Software Overview</vt:lpstr>
      <vt:lpstr>PowerPoint Presentation</vt:lpstr>
      <vt:lpstr>Pikoqube Software Overview</vt:lpstr>
      <vt:lpstr>Pikoqube Software Overview</vt:lpstr>
      <vt:lpstr>Pikoqube Software Overview</vt:lpstr>
      <vt:lpstr>Pikoqube Software Overview</vt:lpstr>
      <vt:lpstr>Pikoqube Software Overview</vt:lpstr>
      <vt:lpstr>Pikoqube Software Overview</vt:lpstr>
      <vt:lpstr>Pikoqube Software Overview</vt:lpstr>
      <vt:lpstr>Pikoqube Software Overview</vt:lpstr>
      <vt:lpstr>Pikoqube Software Overview</vt:lpstr>
      <vt:lpstr>Pikoqube Software Overview</vt:lpstr>
      <vt:lpstr>Pikoqube Software Overview</vt:lpstr>
      <vt:lpstr>Pikoqube Software Overview</vt:lpstr>
      <vt:lpstr>Pikoqube Software Overview</vt:lpstr>
      <vt:lpstr>Pikoqube Software Overview</vt:lpstr>
      <vt:lpstr>Pikoqube Software Overview</vt:lpstr>
      <vt:lpstr>Pikoqube Software Overview</vt:lpstr>
      <vt:lpstr>Pikoqube Software Overview</vt:lpstr>
      <vt:lpstr>Pikoqube Software Overview</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Sameer Rawal</dc:creator>
  <cp:lastModifiedBy>Sameer Rawal</cp:lastModifiedBy>
  <cp:revision>354</cp:revision>
  <dcterms:created xsi:type="dcterms:W3CDTF">2022-12-31T00:30:10Z</dcterms:created>
  <dcterms:modified xsi:type="dcterms:W3CDTF">2026-01-14T06:45:30Z</dcterms:modified>
</cp:coreProperties>
</file>